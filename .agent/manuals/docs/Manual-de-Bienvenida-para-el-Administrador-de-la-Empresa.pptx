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12.xml" ContentType="application/vnd.openxmlformats-officedocument.theme+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9.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media/image2.png" ContentType="image/png"/>
  <Override PartName="/ppt/media/image13.png" ContentType="image/png"/>
  <Override PartName="/ppt/media/image6.svg" ContentType="image/svg"/>
  <Override PartName="/ppt/media/image1.png" ContentType="image/png"/>
  <Override PartName="/ppt/media/image3.png" ContentType="image/png"/>
  <Override PartName="/ppt/media/image8.svg" ContentType="image/svg"/>
  <Override PartName="/ppt/media/image7.png" ContentType="image/png"/>
  <Override PartName="/ppt/media/image11.png" ContentType="image/png"/>
  <Override PartName="/ppt/media/image16.png" ContentType="image/png"/>
  <Override PartName="/ppt/media/image4.svg" ContentType="image/svg"/>
  <Override PartName="/ppt/media/image5.png" ContentType="image/png"/>
  <Override PartName="/ppt/media/image10.png" ContentType="image/png"/>
  <Override PartName="/ppt/media/image9.png" ContentType="image/png"/>
  <Override PartName="/ppt/media/image12.png" ContentType="image/png"/>
  <Override PartName="/ppt/media/image14.png" ContentType="image/png"/>
  <Override PartName="/ppt/media/image15.svg" ContentType="image/svg"/>
  <Override PartName="/ppt/media/image17.png" ContentType="image/png"/>
  <Override PartName="/ppt/slideMasters/slideMaster1.xml" ContentType="application/vnd.openxmlformats-officedocument.presentationml.slideMaster+xml"/>
  <Override PartName="/ppt/slideMasters/_rels/slideMaster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fonts/Font_1_Tomorrow_Bold.fntdata" ContentType="application/x-fontdata"/>
  <Override PartName="/ppt/presProps.xml" ContentType="application/vnd.openxmlformats-officedocument.presentationml.presProps+xml"/>
  <Override PartName="/ppt/_rels/presentation.xml.rels" ContentType="application/vnd.openxmlformats-package.relationships+xml"/>
  <Override PartName="/_rels/.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embedTrueTypeFonts="1">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Lst>
  <p:sldSz cx="14630400" cy="8229600"/>
  <p:notesSz cx="8229600" cy="14630400"/>
  <p:embeddedFontLst>
    <p:embeddedFont>
      <p:font typeface="Calibri Light"/>
    </p:embeddedFont>
    <p:embeddedFont>
      <p:font typeface="Tomorrow Semi Bold"/>
    </p:embeddedFont>
    <p:embeddedFont>
      <p:font typeface="Tomorrow"/>
      <p:bold r:id="rId14"/>
    </p:embeddedFont>
    <p:embeddedFont>
      <p:font typeface="Tomorrow Light"/>
    </p:embeddedFont>
    <p:embeddedFont>
      <p:font typeface="Microsoft YaHei"/>
    </p:embeddedFont>
    <p:embeddedFont>
      <p:font typeface="Lucida Sans"/>
    </p:embeddedFont>
  </p:embeddedFon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font" Target="fonts/Font_1_Tomorrow_Bold.fntdata"/><Relationship Id="rId1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b="0" lang="en-US" sz="4400" strike="noStrike" u="none">
                <a:solidFill>
                  <a:schemeClr val="dk1"/>
                </a:solidFill>
                <a:effectLst/>
                <a:uFillTx/>
                <a:latin typeface="Calibri Light"/>
              </a:rPr>
              <a:t>Click to move the slide</a:t>
            </a:r>
            <a:endParaRPr b="0" lang="en-US" sz="4400" strike="noStrike" u="none">
              <a:solidFill>
                <a:schemeClr val="dk1"/>
              </a:solidFill>
              <a:effectLst/>
              <a:uFillTx/>
              <a:latin typeface="Calibri Light"/>
            </a:endParaRPr>
          </a:p>
        </p:txBody>
      </p:sp>
      <p:sp>
        <p:nvSpPr>
          <p:cNvPr id="51"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52"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53"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54"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5"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51ECC623-E8E2-49A8-8CC4-92BC58F8FCE0}"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sldImg"/>
          </p:nvPr>
        </p:nvSpPr>
        <p:spPr>
          <a:xfrm>
            <a:off x="685800" y="1143000"/>
            <a:ext cx="5486040" cy="3085920"/>
          </a:xfrm>
          <a:prstGeom prst="rect">
            <a:avLst/>
          </a:prstGeom>
          <a:ln w="0">
            <a:noFill/>
          </a:ln>
        </p:spPr>
      </p:sp>
      <p:sp>
        <p:nvSpPr>
          <p:cNvPr id="29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293"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F0D126A6-706F-4C63-8080-76B00EF006E5}"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PlaceHolder 1"/>
          <p:cNvSpPr>
            <a:spLocks noGrp="1"/>
          </p:cNvSpPr>
          <p:nvPr>
            <p:ph type="sldImg"/>
          </p:nvPr>
        </p:nvSpPr>
        <p:spPr>
          <a:xfrm>
            <a:off x="685800" y="1143000"/>
            <a:ext cx="5486040" cy="3085920"/>
          </a:xfrm>
          <a:prstGeom prst="rect">
            <a:avLst/>
          </a:prstGeom>
          <a:ln w="0">
            <a:noFill/>
          </a:ln>
        </p:spPr>
      </p:sp>
      <p:sp>
        <p:nvSpPr>
          <p:cNvPr id="29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296"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E58F7C9F-75DD-47F8-B98F-BD11FACB3819}"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PlaceHolder 1"/>
          <p:cNvSpPr>
            <a:spLocks noGrp="1"/>
          </p:cNvSpPr>
          <p:nvPr>
            <p:ph type="sldImg"/>
          </p:nvPr>
        </p:nvSpPr>
        <p:spPr>
          <a:xfrm>
            <a:off x="685800" y="1143000"/>
            <a:ext cx="5486040" cy="3085920"/>
          </a:xfrm>
          <a:prstGeom prst="rect">
            <a:avLst/>
          </a:prstGeom>
          <a:ln w="0">
            <a:noFill/>
          </a:ln>
        </p:spPr>
      </p:sp>
      <p:sp>
        <p:nvSpPr>
          <p:cNvPr id="29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299"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72E7EFFC-28EB-40ED-822C-365755671D83}"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sldImg"/>
          </p:nvPr>
        </p:nvSpPr>
        <p:spPr>
          <a:xfrm>
            <a:off x="685800" y="1143000"/>
            <a:ext cx="5486040" cy="3085920"/>
          </a:xfrm>
          <a:prstGeom prst="rect">
            <a:avLst/>
          </a:prstGeom>
          <a:ln w="0">
            <a:noFill/>
          </a:ln>
        </p:spPr>
      </p:sp>
      <p:sp>
        <p:nvSpPr>
          <p:cNvPr id="30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02"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40D3ED68-13FC-46EA-9846-D9E7F404B3F7}"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PlaceHolder 1"/>
          <p:cNvSpPr>
            <a:spLocks noGrp="1"/>
          </p:cNvSpPr>
          <p:nvPr>
            <p:ph type="sldImg"/>
          </p:nvPr>
        </p:nvSpPr>
        <p:spPr>
          <a:xfrm>
            <a:off x="685800" y="1143000"/>
            <a:ext cx="5486040" cy="3085920"/>
          </a:xfrm>
          <a:prstGeom prst="rect">
            <a:avLst/>
          </a:prstGeom>
          <a:ln w="0">
            <a:noFill/>
          </a:ln>
        </p:spPr>
      </p:sp>
      <p:sp>
        <p:nvSpPr>
          <p:cNvPr id="30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05"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E0B6C646-AC1A-4E78-A1D2-70545680D351}"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sldImg"/>
          </p:nvPr>
        </p:nvSpPr>
        <p:spPr>
          <a:xfrm>
            <a:off x="685800" y="1143000"/>
            <a:ext cx="5486040" cy="3085920"/>
          </a:xfrm>
          <a:prstGeom prst="rect">
            <a:avLst/>
          </a:prstGeom>
          <a:ln w="0">
            <a:noFill/>
          </a:ln>
        </p:spPr>
      </p:sp>
      <p:sp>
        <p:nvSpPr>
          <p:cNvPr id="30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08"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B297EB5D-AF0D-479B-92DA-063BBE3824BA}"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sldImg"/>
          </p:nvPr>
        </p:nvSpPr>
        <p:spPr>
          <a:xfrm>
            <a:off x="685800" y="1143000"/>
            <a:ext cx="5486040" cy="3085920"/>
          </a:xfrm>
          <a:prstGeom prst="rect">
            <a:avLst/>
          </a:prstGeom>
          <a:ln w="0">
            <a:noFill/>
          </a:ln>
        </p:spPr>
      </p:sp>
      <p:sp>
        <p:nvSpPr>
          <p:cNvPr id="31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11"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7D87A285-66DF-41F8-848A-C0A1F684C4E4}"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sldImg"/>
          </p:nvPr>
        </p:nvSpPr>
        <p:spPr>
          <a:xfrm>
            <a:off x="685800" y="1143000"/>
            <a:ext cx="5486040" cy="3085920"/>
          </a:xfrm>
          <a:prstGeom prst="rect">
            <a:avLst/>
          </a:prstGeom>
          <a:ln w="0">
            <a:noFill/>
          </a:ln>
        </p:spPr>
      </p:sp>
      <p:sp>
        <p:nvSpPr>
          <p:cNvPr id="31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14"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6117F27F-7572-4A38-A991-C292E16A286B}"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PlaceHolder 1"/>
          <p:cNvSpPr>
            <a:spLocks noGrp="1"/>
          </p:cNvSpPr>
          <p:nvPr>
            <p:ph type="sldImg"/>
          </p:nvPr>
        </p:nvSpPr>
        <p:spPr>
          <a:xfrm>
            <a:off x="685800" y="1143000"/>
            <a:ext cx="5486040" cy="3085920"/>
          </a:xfrm>
          <a:prstGeom prst="rect">
            <a:avLst/>
          </a:prstGeom>
          <a:ln w="0">
            <a:noFill/>
          </a:ln>
        </p:spPr>
      </p:sp>
      <p:sp>
        <p:nvSpPr>
          <p:cNvPr id="31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17"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8471684B-B6D4-4F91-8D6B-E381D1BA9567}"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PlaceHolder 1"/>
          <p:cNvSpPr>
            <a:spLocks noGrp="1"/>
          </p:cNvSpPr>
          <p:nvPr>
            <p:ph type="sldImg"/>
          </p:nvPr>
        </p:nvSpPr>
        <p:spPr>
          <a:xfrm>
            <a:off x="685800" y="1143000"/>
            <a:ext cx="5486040" cy="3085920"/>
          </a:xfrm>
          <a:prstGeom prst="rect">
            <a:avLst/>
          </a:prstGeom>
          <a:ln w="0">
            <a:noFill/>
          </a:ln>
        </p:spPr>
      </p:sp>
      <p:sp>
        <p:nvSpPr>
          <p:cNvPr id="31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20"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A4A78943-A324-4C7D-B898-A1DDF620FF53}" type="slidenum">
              <a:rPr b="0" lang="en-US" sz="1200" strike="noStrike" u="none">
                <a:solidFill>
                  <a:srgbClr val="000000"/>
                </a:solidFill>
                <a:effectLst/>
                <a:uFillTx/>
                <a:latin typeface="Times New Roman"/>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9 master">
    <p:spTree>
      <p:nvGrpSpPr>
        <p:cNvPr id="1" name=""/>
        <p:cNvGrpSpPr/>
        <p:nvPr/>
      </p:nvGrpSpPr>
      <p:grpSpPr>
        <a:xfrm>
          <a:off x="0" y="0"/>
          <a:ext cx="0" cy="0"/>
          <a:chOff x="0" y="0"/>
          <a:chExt cx="0" cy="0"/>
        </a:xfrm>
      </p:grpSpPr>
      <p:sp>
        <p:nvSpPr>
          <p:cNvPr id="2" name="Shape 0"/>
          <p:cNvSpPr/>
          <p:nvPr/>
        </p:nvSpPr>
        <p:spPr>
          <a:xfrm>
            <a:off x="0" y="0"/>
            <a:ext cx="14630040" cy="8229240"/>
          </a:xfrm>
          <a:prstGeom prst="rect">
            <a:avLst/>
          </a:prstGeom>
          <a:solidFill>
            <a:srgbClr val="efefef"/>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 name="Shape 1"/>
          <p:cNvSpPr/>
          <p:nvPr/>
        </p:nvSpPr>
        <p:spPr>
          <a:xfrm>
            <a:off x="0" y="0"/>
            <a:ext cx="14630040" cy="8229240"/>
          </a:xfrm>
          <a:prstGeom prst="rect">
            <a:avLst/>
          </a:prstGeom>
          <a:solidFill>
            <a:srgbClr val="fcfcfc"/>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4" name="Image 0" descr="preencoded.png">
            <a:hlinkClick r:id="rId2"/>
          </p:cNvPr>
          <p:cNvPicPr/>
          <p:nvPr/>
        </p:nvPicPr>
        <p:blipFill>
          <a:blip r:embed="rId3"/>
          <a:stretch/>
        </p:blipFill>
        <p:spPr>
          <a:xfrm>
            <a:off x="12839040" y="7749720"/>
            <a:ext cx="1722240" cy="411120"/>
          </a:xfrm>
          <a:prstGeom prst="rect">
            <a:avLst/>
          </a:prstGeom>
          <a:noFill/>
          <a:ln w="0">
            <a:noFill/>
          </a:ln>
        </p:spPr>
      </p:pic>
      <p:sp>
        <p:nvSpPr>
          <p:cNvPr id="5"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trike="noStrike" u="none">
                <a:solidFill>
                  <a:schemeClr val="dk1"/>
                </a:solidFill>
                <a:effectLst/>
                <a:uFillTx/>
                <a:latin typeface="Calibri Light"/>
              </a:rPr>
              <a:t>Click to edit the title text format</a:t>
            </a:r>
            <a:endParaRPr b="0" lang="en-US" sz="4400" strike="noStrike" u="none">
              <a:solidFill>
                <a:schemeClr val="dk1"/>
              </a:solidFill>
              <a:effectLst/>
              <a:uFillTx/>
              <a:latin typeface="Calibri Light"/>
            </a:endParaRPr>
          </a:p>
        </p:txBody>
      </p:sp>
      <p:sp>
        <p:nvSpPr>
          <p:cNvPr id="6"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0 master">
    <p:spTree>
      <p:nvGrpSpPr>
        <p:cNvPr id="1" name=""/>
        <p:cNvGrpSpPr/>
        <p:nvPr/>
      </p:nvGrpSpPr>
      <p:grpSpPr>
        <a:xfrm>
          <a:off x="0" y="0"/>
          <a:ext cx="0" cy="0"/>
          <a:chOff x="0" y="0"/>
          <a:chExt cx="0" cy="0"/>
        </a:xfrm>
      </p:grpSpPr>
      <p:sp>
        <p:nvSpPr>
          <p:cNvPr id="7" name="Shape 0"/>
          <p:cNvSpPr/>
          <p:nvPr/>
        </p:nvSpPr>
        <p:spPr>
          <a:xfrm>
            <a:off x="0" y="0"/>
            <a:ext cx="14630040" cy="8229240"/>
          </a:xfrm>
          <a:prstGeom prst="rect">
            <a:avLst/>
          </a:prstGeom>
          <a:solidFill>
            <a:srgbClr val="efefef"/>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 name="Shape 1"/>
          <p:cNvSpPr/>
          <p:nvPr/>
        </p:nvSpPr>
        <p:spPr>
          <a:xfrm>
            <a:off x="0" y="0"/>
            <a:ext cx="14630040" cy="8229240"/>
          </a:xfrm>
          <a:prstGeom prst="rect">
            <a:avLst/>
          </a:prstGeom>
          <a:solidFill>
            <a:srgbClr val="fcfcfc"/>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9" name="Image 0" descr="preencoded.png">
            <a:hlinkClick r:id="rId2"/>
          </p:cNvPr>
          <p:cNvPicPr/>
          <p:nvPr/>
        </p:nvPicPr>
        <p:blipFill>
          <a:blip r:embed="rId3"/>
          <a:stretch/>
        </p:blipFill>
        <p:spPr>
          <a:xfrm>
            <a:off x="12839040" y="7749720"/>
            <a:ext cx="1722240" cy="411120"/>
          </a:xfrm>
          <a:prstGeom prst="rect">
            <a:avLst/>
          </a:prstGeom>
          <a:noFill/>
          <a:ln w="0">
            <a:noFill/>
          </a:ln>
        </p:spPr>
      </p:pic>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 master">
    <p:spTree>
      <p:nvGrpSpPr>
        <p:cNvPr id="1" name=""/>
        <p:cNvGrpSpPr/>
        <p:nvPr/>
      </p:nvGrpSpPr>
      <p:grpSpPr>
        <a:xfrm>
          <a:off x="0" y="0"/>
          <a:ext cx="0" cy="0"/>
          <a:chOff x="0" y="0"/>
          <a:chExt cx="0" cy="0"/>
        </a:xfrm>
      </p:grpSpPr>
      <p:sp>
        <p:nvSpPr>
          <p:cNvPr id="10" name="Shape 0"/>
          <p:cNvSpPr/>
          <p:nvPr/>
        </p:nvSpPr>
        <p:spPr>
          <a:xfrm>
            <a:off x="0" y="0"/>
            <a:ext cx="14630040" cy="8229240"/>
          </a:xfrm>
          <a:prstGeom prst="rect">
            <a:avLst/>
          </a:prstGeom>
          <a:solidFill>
            <a:srgbClr val="efefef"/>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 name="Shape 1"/>
          <p:cNvSpPr/>
          <p:nvPr/>
        </p:nvSpPr>
        <p:spPr>
          <a:xfrm>
            <a:off x="0" y="0"/>
            <a:ext cx="14630040" cy="8229240"/>
          </a:xfrm>
          <a:prstGeom prst="rect">
            <a:avLst/>
          </a:prstGeom>
          <a:solidFill>
            <a:srgbClr val="fcfcfc"/>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12" name="Image 0" descr="preencoded.png">
            <a:hlinkClick r:id="rId2"/>
          </p:cNvPr>
          <p:cNvPicPr/>
          <p:nvPr/>
        </p:nvPicPr>
        <p:blipFill>
          <a:blip r:embed="rId3"/>
          <a:stretch/>
        </p:blipFill>
        <p:spPr>
          <a:xfrm>
            <a:off x="12839040" y="7749720"/>
            <a:ext cx="1722240" cy="411120"/>
          </a:xfrm>
          <a:prstGeom prst="rect">
            <a:avLst/>
          </a:prstGeom>
          <a:noFill/>
          <a:ln w="0">
            <a:noFill/>
          </a:ln>
        </p:spPr>
      </p:pic>
      <p:sp>
        <p:nvSpPr>
          <p:cNvPr id="1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trike="noStrike" u="none">
                <a:solidFill>
                  <a:schemeClr val="dk1"/>
                </a:solidFill>
                <a:effectLst/>
                <a:uFillTx/>
                <a:latin typeface="Calibri Light"/>
              </a:rPr>
              <a:t>Click to edit the title text format</a:t>
            </a:r>
            <a:endParaRPr b="0" lang="en-US" sz="4400" strike="noStrike" u="none">
              <a:solidFill>
                <a:schemeClr val="dk1"/>
              </a:solidFill>
              <a:effectLst/>
              <a:uFillTx/>
              <a:latin typeface="Calibri Light"/>
            </a:endParaRPr>
          </a:p>
        </p:txBody>
      </p:sp>
      <p:sp>
        <p:nvSpPr>
          <p:cNvPr id="14"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2 master">
    <p:spTree>
      <p:nvGrpSpPr>
        <p:cNvPr id="1" name=""/>
        <p:cNvGrpSpPr/>
        <p:nvPr/>
      </p:nvGrpSpPr>
      <p:grpSpPr>
        <a:xfrm>
          <a:off x="0" y="0"/>
          <a:ext cx="0" cy="0"/>
          <a:chOff x="0" y="0"/>
          <a:chExt cx="0" cy="0"/>
        </a:xfrm>
      </p:grpSpPr>
      <p:sp>
        <p:nvSpPr>
          <p:cNvPr id="15" name="Shape 0"/>
          <p:cNvSpPr/>
          <p:nvPr/>
        </p:nvSpPr>
        <p:spPr>
          <a:xfrm>
            <a:off x="0" y="0"/>
            <a:ext cx="14630040" cy="8229240"/>
          </a:xfrm>
          <a:prstGeom prst="rect">
            <a:avLst/>
          </a:prstGeom>
          <a:solidFill>
            <a:srgbClr val="efefef"/>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 name="Shape 1"/>
          <p:cNvSpPr/>
          <p:nvPr/>
        </p:nvSpPr>
        <p:spPr>
          <a:xfrm>
            <a:off x="0" y="0"/>
            <a:ext cx="14630040" cy="8229240"/>
          </a:xfrm>
          <a:prstGeom prst="rect">
            <a:avLst/>
          </a:prstGeom>
          <a:solidFill>
            <a:srgbClr val="fcfcfc"/>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17" name="Image 0" descr="preencoded.png">
            <a:hlinkClick r:id="rId2"/>
          </p:cNvPr>
          <p:cNvPicPr/>
          <p:nvPr/>
        </p:nvPicPr>
        <p:blipFill>
          <a:blip r:embed="rId3"/>
          <a:stretch/>
        </p:blipFill>
        <p:spPr>
          <a:xfrm>
            <a:off x="12839040" y="7749720"/>
            <a:ext cx="1722240" cy="411120"/>
          </a:xfrm>
          <a:prstGeom prst="rect">
            <a:avLst/>
          </a:prstGeom>
          <a:noFill/>
          <a:ln w="0">
            <a:noFill/>
          </a:ln>
        </p:spPr>
      </p:pic>
      <p:sp>
        <p:nvSpPr>
          <p:cNvPr id="1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trike="noStrike" u="none">
                <a:solidFill>
                  <a:schemeClr val="dk1"/>
                </a:solidFill>
                <a:effectLst/>
                <a:uFillTx/>
                <a:latin typeface="Calibri Light"/>
              </a:rPr>
              <a:t>Click to edit the title text format</a:t>
            </a:r>
            <a:endParaRPr b="0" lang="en-US" sz="4400" strike="noStrike" u="none">
              <a:solidFill>
                <a:schemeClr val="dk1"/>
              </a:solidFill>
              <a:effectLst/>
              <a:uFillTx/>
              <a:latin typeface="Calibri Light"/>
            </a:endParaRPr>
          </a:p>
        </p:txBody>
      </p:sp>
      <p:sp>
        <p:nvSpPr>
          <p:cNvPr id="1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3 master">
    <p:spTree>
      <p:nvGrpSpPr>
        <p:cNvPr id="1" name=""/>
        <p:cNvGrpSpPr/>
        <p:nvPr/>
      </p:nvGrpSpPr>
      <p:grpSpPr>
        <a:xfrm>
          <a:off x="0" y="0"/>
          <a:ext cx="0" cy="0"/>
          <a:chOff x="0" y="0"/>
          <a:chExt cx="0" cy="0"/>
        </a:xfrm>
      </p:grpSpPr>
      <p:sp>
        <p:nvSpPr>
          <p:cNvPr id="20" name="Shape 0"/>
          <p:cNvSpPr/>
          <p:nvPr/>
        </p:nvSpPr>
        <p:spPr>
          <a:xfrm>
            <a:off x="0" y="0"/>
            <a:ext cx="14630040" cy="8229240"/>
          </a:xfrm>
          <a:prstGeom prst="rect">
            <a:avLst/>
          </a:prstGeom>
          <a:solidFill>
            <a:srgbClr val="efefef"/>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 name="Shape 1"/>
          <p:cNvSpPr/>
          <p:nvPr/>
        </p:nvSpPr>
        <p:spPr>
          <a:xfrm>
            <a:off x="0" y="0"/>
            <a:ext cx="14630040" cy="8229240"/>
          </a:xfrm>
          <a:prstGeom prst="rect">
            <a:avLst/>
          </a:prstGeom>
          <a:solidFill>
            <a:srgbClr val="fcfcfc"/>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22" name="Image 0" descr="preencoded.png">
            <a:hlinkClick r:id="rId2"/>
          </p:cNvPr>
          <p:cNvPicPr/>
          <p:nvPr/>
        </p:nvPicPr>
        <p:blipFill>
          <a:blip r:embed="rId3"/>
          <a:stretch/>
        </p:blipFill>
        <p:spPr>
          <a:xfrm>
            <a:off x="12839040" y="7749720"/>
            <a:ext cx="1722240" cy="411120"/>
          </a:xfrm>
          <a:prstGeom prst="rect">
            <a:avLst/>
          </a:prstGeom>
          <a:noFill/>
          <a:ln w="0">
            <a:noFill/>
          </a:ln>
        </p:spPr>
      </p:pic>
      <p:sp>
        <p:nvSpPr>
          <p:cNvPr id="2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trike="noStrike" u="none">
                <a:solidFill>
                  <a:schemeClr val="dk1"/>
                </a:solidFill>
                <a:effectLst/>
                <a:uFillTx/>
                <a:latin typeface="Calibri Light"/>
              </a:rPr>
              <a:t>Click to edit the title text format</a:t>
            </a:r>
            <a:endParaRPr b="0" lang="en-US" sz="4400" strike="noStrike" u="none">
              <a:solidFill>
                <a:schemeClr val="dk1"/>
              </a:solidFill>
              <a:effectLst/>
              <a:uFillTx/>
              <a:latin typeface="Calibri Light"/>
            </a:endParaRPr>
          </a:p>
        </p:txBody>
      </p:sp>
      <p:sp>
        <p:nvSpPr>
          <p:cNvPr id="24"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4 master">
    <p:spTree>
      <p:nvGrpSpPr>
        <p:cNvPr id="1" name=""/>
        <p:cNvGrpSpPr/>
        <p:nvPr/>
      </p:nvGrpSpPr>
      <p:grpSpPr>
        <a:xfrm>
          <a:off x="0" y="0"/>
          <a:ext cx="0" cy="0"/>
          <a:chOff x="0" y="0"/>
          <a:chExt cx="0" cy="0"/>
        </a:xfrm>
      </p:grpSpPr>
      <p:sp>
        <p:nvSpPr>
          <p:cNvPr id="25" name="Shape 0"/>
          <p:cNvSpPr/>
          <p:nvPr/>
        </p:nvSpPr>
        <p:spPr>
          <a:xfrm>
            <a:off x="0" y="0"/>
            <a:ext cx="14630040" cy="8229240"/>
          </a:xfrm>
          <a:prstGeom prst="rect">
            <a:avLst/>
          </a:prstGeom>
          <a:solidFill>
            <a:srgbClr val="efefef"/>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 name="Shape 1"/>
          <p:cNvSpPr/>
          <p:nvPr/>
        </p:nvSpPr>
        <p:spPr>
          <a:xfrm>
            <a:off x="0" y="0"/>
            <a:ext cx="14630040" cy="8229240"/>
          </a:xfrm>
          <a:prstGeom prst="rect">
            <a:avLst/>
          </a:prstGeom>
          <a:solidFill>
            <a:srgbClr val="fcfcfc"/>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27" name="Image 0" descr="preencoded.png">
            <a:hlinkClick r:id="rId2"/>
          </p:cNvPr>
          <p:cNvPicPr/>
          <p:nvPr/>
        </p:nvPicPr>
        <p:blipFill>
          <a:blip r:embed="rId3"/>
          <a:stretch/>
        </p:blipFill>
        <p:spPr>
          <a:xfrm>
            <a:off x="12839040" y="7749720"/>
            <a:ext cx="1722240" cy="411120"/>
          </a:xfrm>
          <a:prstGeom prst="rect">
            <a:avLst/>
          </a:prstGeom>
          <a:noFill/>
          <a:ln w="0">
            <a:noFill/>
          </a:ln>
        </p:spPr>
      </p:pic>
      <p:sp>
        <p:nvSpPr>
          <p:cNvPr id="2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trike="noStrike" u="none">
                <a:solidFill>
                  <a:schemeClr val="dk1"/>
                </a:solidFill>
                <a:effectLst/>
                <a:uFillTx/>
                <a:latin typeface="Calibri Light"/>
              </a:rPr>
              <a:t>Click to edit the title text format</a:t>
            </a:r>
            <a:endParaRPr b="0" lang="en-US" sz="4400" strike="noStrike" u="none">
              <a:solidFill>
                <a:schemeClr val="dk1"/>
              </a:solidFill>
              <a:effectLst/>
              <a:uFillTx/>
              <a:latin typeface="Calibri Light"/>
            </a:endParaRPr>
          </a:p>
        </p:txBody>
      </p:sp>
      <p:sp>
        <p:nvSpPr>
          <p:cNvPr id="2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5 master">
    <p:spTree>
      <p:nvGrpSpPr>
        <p:cNvPr id="1" name=""/>
        <p:cNvGrpSpPr/>
        <p:nvPr/>
      </p:nvGrpSpPr>
      <p:grpSpPr>
        <a:xfrm>
          <a:off x="0" y="0"/>
          <a:ext cx="0" cy="0"/>
          <a:chOff x="0" y="0"/>
          <a:chExt cx="0" cy="0"/>
        </a:xfrm>
      </p:grpSpPr>
      <p:sp>
        <p:nvSpPr>
          <p:cNvPr id="30" name="Shape 0"/>
          <p:cNvSpPr/>
          <p:nvPr/>
        </p:nvSpPr>
        <p:spPr>
          <a:xfrm>
            <a:off x="0" y="0"/>
            <a:ext cx="14630040" cy="8229240"/>
          </a:xfrm>
          <a:prstGeom prst="rect">
            <a:avLst/>
          </a:prstGeom>
          <a:solidFill>
            <a:srgbClr val="efefef"/>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1" name="Shape 1"/>
          <p:cNvSpPr/>
          <p:nvPr/>
        </p:nvSpPr>
        <p:spPr>
          <a:xfrm>
            <a:off x="0" y="0"/>
            <a:ext cx="14630040" cy="8229240"/>
          </a:xfrm>
          <a:prstGeom prst="rect">
            <a:avLst/>
          </a:prstGeom>
          <a:solidFill>
            <a:srgbClr val="fcfcfc"/>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32" name="Image 0" descr="preencoded.png">
            <a:hlinkClick r:id="rId2"/>
          </p:cNvPr>
          <p:cNvPicPr/>
          <p:nvPr/>
        </p:nvPicPr>
        <p:blipFill>
          <a:blip r:embed="rId3"/>
          <a:stretch/>
        </p:blipFill>
        <p:spPr>
          <a:xfrm>
            <a:off x="12839040" y="7749720"/>
            <a:ext cx="1722240" cy="411120"/>
          </a:xfrm>
          <a:prstGeom prst="rect">
            <a:avLst/>
          </a:prstGeom>
          <a:noFill/>
          <a:ln w="0">
            <a:noFill/>
          </a:ln>
        </p:spPr>
      </p:pic>
      <p:sp>
        <p:nvSpPr>
          <p:cNvPr id="3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trike="noStrike" u="none">
                <a:solidFill>
                  <a:schemeClr val="dk1"/>
                </a:solidFill>
                <a:effectLst/>
                <a:uFillTx/>
                <a:latin typeface="Calibri Light"/>
              </a:rPr>
              <a:t>Click to edit the title text format</a:t>
            </a:r>
            <a:endParaRPr b="0" lang="en-US" sz="4400" strike="noStrike" u="none">
              <a:solidFill>
                <a:schemeClr val="dk1"/>
              </a:solidFill>
              <a:effectLst/>
              <a:uFillTx/>
              <a:latin typeface="Calibri Light"/>
            </a:endParaRPr>
          </a:p>
        </p:txBody>
      </p:sp>
      <p:sp>
        <p:nvSpPr>
          <p:cNvPr id="34"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6 master">
    <p:spTree>
      <p:nvGrpSpPr>
        <p:cNvPr id="1" name=""/>
        <p:cNvGrpSpPr/>
        <p:nvPr/>
      </p:nvGrpSpPr>
      <p:grpSpPr>
        <a:xfrm>
          <a:off x="0" y="0"/>
          <a:ext cx="0" cy="0"/>
          <a:chOff x="0" y="0"/>
          <a:chExt cx="0" cy="0"/>
        </a:xfrm>
      </p:grpSpPr>
      <p:sp>
        <p:nvSpPr>
          <p:cNvPr id="35" name="Shape 0"/>
          <p:cNvSpPr/>
          <p:nvPr/>
        </p:nvSpPr>
        <p:spPr>
          <a:xfrm>
            <a:off x="0" y="0"/>
            <a:ext cx="14630040" cy="8229240"/>
          </a:xfrm>
          <a:prstGeom prst="rect">
            <a:avLst/>
          </a:prstGeom>
          <a:solidFill>
            <a:srgbClr val="efefef"/>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6" name="Shape 1"/>
          <p:cNvSpPr/>
          <p:nvPr/>
        </p:nvSpPr>
        <p:spPr>
          <a:xfrm>
            <a:off x="0" y="0"/>
            <a:ext cx="14630040" cy="8229240"/>
          </a:xfrm>
          <a:prstGeom prst="rect">
            <a:avLst/>
          </a:prstGeom>
          <a:solidFill>
            <a:srgbClr val="fcfcfc"/>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37" name="Image 0" descr="preencoded.png">
            <a:hlinkClick r:id="rId2"/>
          </p:cNvPr>
          <p:cNvPicPr/>
          <p:nvPr/>
        </p:nvPicPr>
        <p:blipFill>
          <a:blip r:embed="rId3"/>
          <a:stretch/>
        </p:blipFill>
        <p:spPr>
          <a:xfrm>
            <a:off x="12839040" y="7749720"/>
            <a:ext cx="1722240" cy="411120"/>
          </a:xfrm>
          <a:prstGeom prst="rect">
            <a:avLst/>
          </a:prstGeom>
          <a:noFill/>
          <a:ln w="0">
            <a:noFill/>
          </a:ln>
        </p:spPr>
      </p:pic>
      <p:sp>
        <p:nvSpPr>
          <p:cNvPr id="3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trike="noStrike" u="none">
                <a:solidFill>
                  <a:schemeClr val="dk1"/>
                </a:solidFill>
                <a:effectLst/>
                <a:uFillTx/>
                <a:latin typeface="Calibri Light"/>
              </a:rPr>
              <a:t>Click to edit the title text format</a:t>
            </a:r>
            <a:endParaRPr b="0" lang="en-US" sz="4400" strike="noStrike" u="none">
              <a:solidFill>
                <a:schemeClr val="dk1"/>
              </a:solidFill>
              <a:effectLst/>
              <a:uFillTx/>
              <a:latin typeface="Calibri Light"/>
            </a:endParaRPr>
          </a:p>
        </p:txBody>
      </p:sp>
      <p:sp>
        <p:nvSpPr>
          <p:cNvPr id="3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7 master">
    <p:spTree>
      <p:nvGrpSpPr>
        <p:cNvPr id="1" name=""/>
        <p:cNvGrpSpPr/>
        <p:nvPr/>
      </p:nvGrpSpPr>
      <p:grpSpPr>
        <a:xfrm>
          <a:off x="0" y="0"/>
          <a:ext cx="0" cy="0"/>
          <a:chOff x="0" y="0"/>
          <a:chExt cx="0" cy="0"/>
        </a:xfrm>
      </p:grpSpPr>
      <p:sp>
        <p:nvSpPr>
          <p:cNvPr id="40" name="Shape 0"/>
          <p:cNvSpPr/>
          <p:nvPr/>
        </p:nvSpPr>
        <p:spPr>
          <a:xfrm>
            <a:off x="0" y="0"/>
            <a:ext cx="14630040" cy="8229240"/>
          </a:xfrm>
          <a:prstGeom prst="rect">
            <a:avLst/>
          </a:prstGeom>
          <a:solidFill>
            <a:srgbClr val="efefef"/>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1" name="Shape 1"/>
          <p:cNvSpPr/>
          <p:nvPr/>
        </p:nvSpPr>
        <p:spPr>
          <a:xfrm>
            <a:off x="0" y="0"/>
            <a:ext cx="14630040" cy="8229240"/>
          </a:xfrm>
          <a:prstGeom prst="rect">
            <a:avLst/>
          </a:prstGeom>
          <a:solidFill>
            <a:srgbClr val="fcfcfc"/>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42" name="Image 0" descr="preencoded.png">
            <a:hlinkClick r:id="rId2"/>
          </p:cNvPr>
          <p:cNvPicPr/>
          <p:nvPr/>
        </p:nvPicPr>
        <p:blipFill>
          <a:blip r:embed="rId3"/>
          <a:stretch/>
        </p:blipFill>
        <p:spPr>
          <a:xfrm>
            <a:off x="12839040" y="7749720"/>
            <a:ext cx="1722240" cy="411120"/>
          </a:xfrm>
          <a:prstGeom prst="rect">
            <a:avLst/>
          </a:prstGeom>
          <a:noFill/>
          <a:ln w="0">
            <a:noFill/>
          </a:ln>
        </p:spPr>
      </p:pic>
      <p:sp>
        <p:nvSpPr>
          <p:cNvPr id="4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trike="noStrike" u="none">
                <a:solidFill>
                  <a:schemeClr val="dk1"/>
                </a:solidFill>
                <a:effectLst/>
                <a:uFillTx/>
                <a:latin typeface="Calibri Light"/>
              </a:rPr>
              <a:t>Click to edit the title text format</a:t>
            </a:r>
            <a:endParaRPr b="0" lang="en-US" sz="4400" strike="noStrike" u="none">
              <a:solidFill>
                <a:schemeClr val="dk1"/>
              </a:solidFill>
              <a:effectLst/>
              <a:uFillTx/>
              <a:latin typeface="Calibri Light"/>
            </a:endParaRPr>
          </a:p>
        </p:txBody>
      </p:sp>
      <p:sp>
        <p:nvSpPr>
          <p:cNvPr id="44"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8 master">
    <p:spTree>
      <p:nvGrpSpPr>
        <p:cNvPr id="1" name=""/>
        <p:cNvGrpSpPr/>
        <p:nvPr/>
      </p:nvGrpSpPr>
      <p:grpSpPr>
        <a:xfrm>
          <a:off x="0" y="0"/>
          <a:ext cx="0" cy="0"/>
          <a:chOff x="0" y="0"/>
          <a:chExt cx="0" cy="0"/>
        </a:xfrm>
      </p:grpSpPr>
      <p:sp>
        <p:nvSpPr>
          <p:cNvPr id="45" name="Shape 0"/>
          <p:cNvSpPr/>
          <p:nvPr/>
        </p:nvSpPr>
        <p:spPr>
          <a:xfrm>
            <a:off x="0" y="0"/>
            <a:ext cx="14630040" cy="8229240"/>
          </a:xfrm>
          <a:prstGeom prst="rect">
            <a:avLst/>
          </a:prstGeom>
          <a:solidFill>
            <a:srgbClr val="efefef"/>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6" name="Shape 1"/>
          <p:cNvSpPr/>
          <p:nvPr/>
        </p:nvSpPr>
        <p:spPr>
          <a:xfrm>
            <a:off x="0" y="0"/>
            <a:ext cx="14630040" cy="8229240"/>
          </a:xfrm>
          <a:prstGeom prst="rect">
            <a:avLst/>
          </a:prstGeom>
          <a:solidFill>
            <a:srgbClr val="fcfcfc"/>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47" name="Image 0" descr="preencoded.png">
            <a:hlinkClick r:id="rId2"/>
          </p:cNvPr>
          <p:cNvPicPr/>
          <p:nvPr/>
        </p:nvPicPr>
        <p:blipFill>
          <a:blip r:embed="rId3"/>
          <a:stretch/>
        </p:blipFill>
        <p:spPr>
          <a:xfrm>
            <a:off x="12839040" y="7749720"/>
            <a:ext cx="1722240" cy="411120"/>
          </a:xfrm>
          <a:prstGeom prst="rect">
            <a:avLst/>
          </a:prstGeom>
          <a:noFill/>
          <a:ln w="0">
            <a:noFill/>
          </a:ln>
        </p:spPr>
      </p:pic>
      <p:sp>
        <p:nvSpPr>
          <p:cNvPr id="4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trike="noStrike" u="none">
                <a:solidFill>
                  <a:schemeClr val="dk1"/>
                </a:solidFill>
                <a:effectLst/>
                <a:uFillTx/>
                <a:latin typeface="Calibri Light"/>
              </a:rPr>
              <a:t>Click to edit the title text format</a:t>
            </a:r>
            <a:endParaRPr b="0" lang="en-US" sz="4400" strike="noStrike" u="none">
              <a:solidFill>
                <a:schemeClr val="dk1"/>
              </a:solidFill>
              <a:effectLst/>
              <a:uFillTx/>
              <a:latin typeface="Calibri Light"/>
            </a:endParaRPr>
          </a:p>
        </p:txBody>
      </p:sp>
      <p:sp>
        <p:nvSpPr>
          <p:cNvPr id="4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slideLayout" Target="../slideLayouts/slideLayout5.xml"/><Relationship Id="rId9"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9.png"/><Relationship Id="rId3" Type="http://schemas.openxmlformats.org/officeDocument/2006/relationships/slideLayout" Target="../slideLayouts/slideLayout6.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9.png"/><Relationship Id="rId3" Type="http://schemas.openxmlformats.org/officeDocument/2006/relationships/slideLayout" Target="../slideLayouts/slideLayout7.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8.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9.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0.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svg"/><Relationship Id="rId3" Type="http://schemas.openxmlformats.org/officeDocument/2006/relationships/image" Target="../media/image14.png"/><Relationship Id="rId4" Type="http://schemas.openxmlformats.org/officeDocument/2006/relationships/image" Target="../media/image15.svg"/><Relationship Id="rId5" Type="http://schemas.openxmlformats.org/officeDocument/2006/relationships/image" Target="../media/image14.png"/><Relationship Id="rId6" Type="http://schemas.openxmlformats.org/officeDocument/2006/relationships/image" Target="../media/image15.svg"/><Relationship Id="rId7" Type="http://schemas.openxmlformats.org/officeDocument/2006/relationships/image" Target="../media/image14.png"/><Relationship Id="rId8" Type="http://schemas.openxmlformats.org/officeDocument/2006/relationships/image" Target="../media/image15.svg"/><Relationship Id="rId9" Type="http://schemas.openxmlformats.org/officeDocument/2006/relationships/image" Target="../media/image16.png"/><Relationship Id="rId10" Type="http://schemas.openxmlformats.org/officeDocument/2006/relationships/image" Target="../media/image17.png"/><Relationship Id="rId11" Type="http://schemas.openxmlformats.org/officeDocument/2006/relationships/image" Target="../media/image13.png"/><Relationship Id="rId12" Type="http://schemas.openxmlformats.org/officeDocument/2006/relationships/slideLayout" Target="../slideLayouts/slideLayout2.xml"/><Relationship Id="rId1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hyperlink" Target="mailto:jjohanospitia@gmail.com" TargetMode="External"/><Relationship Id="rId2" Type="http://schemas.openxmlformats.org/officeDocument/2006/relationships/hyperlink" Target="mailto:jjohanospitia@gmail.com" TargetMode="External"/><Relationship Id="rId3" Type="http://schemas.openxmlformats.org/officeDocument/2006/relationships/image" Target="../media/image13.png"/><Relationship Id="rId4" Type="http://schemas.openxmlformats.org/officeDocument/2006/relationships/slideLayout" Target="../slideLayouts/slideLayout3.xml"/><Relationship Id="rId5"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 name="Image 0" descr="preencoded.png"/>
          <p:cNvPicPr/>
          <p:nvPr/>
        </p:nvPicPr>
        <p:blipFill>
          <a:blip r:embed="rId1"/>
          <a:stretch/>
        </p:blipFill>
        <p:spPr>
          <a:xfrm>
            <a:off x="0" y="0"/>
            <a:ext cx="14630040" cy="8229240"/>
          </a:xfrm>
          <a:prstGeom prst="rect">
            <a:avLst/>
          </a:prstGeom>
          <a:noFill/>
          <a:ln w="0">
            <a:noFill/>
          </a:ln>
        </p:spPr>
      </p:pic>
      <p:sp>
        <p:nvSpPr>
          <p:cNvPr id="57" name="Shape 0"/>
          <p:cNvSpPr/>
          <p:nvPr/>
        </p:nvSpPr>
        <p:spPr>
          <a:xfrm>
            <a:off x="0" y="0"/>
            <a:ext cx="14630040" cy="8229240"/>
          </a:xfrm>
          <a:prstGeom prst="rect">
            <a:avLst/>
          </a:prstGeom>
          <a:solidFill>
            <a:srgbClr val="fcfcfc">
              <a:alpha val="85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8" name="Text 1"/>
          <p:cNvSpPr/>
          <p:nvPr/>
        </p:nvSpPr>
        <p:spPr>
          <a:xfrm>
            <a:off x="864000" y="2368080"/>
            <a:ext cx="12902040" cy="1542600"/>
          </a:xfrm>
          <a:prstGeom prst="rect">
            <a:avLst/>
          </a:prstGeom>
          <a:noFill/>
          <a:ln w="0">
            <a:noFill/>
          </a:ln>
        </p:spPr>
        <p:style>
          <a:lnRef idx="0"/>
          <a:fillRef idx="0"/>
          <a:effectRef idx="0"/>
          <a:fontRef idx="minor"/>
        </p:style>
        <p:txBody>
          <a:bodyPr lIns="0" rIns="0" tIns="0" bIns="0" anchor="t">
            <a:noAutofit/>
          </a:bodyPr>
          <a:p>
            <a:pPr>
              <a:lnSpc>
                <a:spcPts val="6049"/>
              </a:lnSpc>
              <a:tabLst>
                <a:tab algn="l" pos="0"/>
              </a:tabLst>
            </a:pPr>
            <a:r>
              <a:rPr b="0" lang="en-US" sz="4850" strike="noStrike" u="none">
                <a:solidFill>
                  <a:srgbClr val="1d1d1b"/>
                </a:solidFill>
                <a:effectLst/>
                <a:uFillTx/>
                <a:latin typeface="Tomorrow Semi Bold"/>
                <a:ea typeface="Tomorrow Semi Bold"/>
              </a:rPr>
              <a:t>Manual de Bienvenida para el Administrador de la Empresa</a:t>
            </a:r>
            <a:endParaRPr b="0" lang="en-US" sz="4850" strike="noStrike" u="none">
              <a:solidFill>
                <a:srgbClr val="000000"/>
              </a:solidFill>
              <a:effectLst/>
              <a:uFillTx/>
              <a:latin typeface="Arial"/>
            </a:endParaRPr>
          </a:p>
        </p:txBody>
      </p:sp>
      <p:sp>
        <p:nvSpPr>
          <p:cNvPr id="59" name="Text 2"/>
          <p:cNvSpPr/>
          <p:nvPr/>
        </p:nvSpPr>
        <p:spPr>
          <a:xfrm>
            <a:off x="864000" y="4281480"/>
            <a:ext cx="12902040" cy="1579680"/>
          </a:xfrm>
          <a:prstGeom prst="rect">
            <a:avLst/>
          </a:prstGeom>
          <a:noFill/>
          <a:ln w="0">
            <a:noFill/>
          </a:ln>
        </p:spPr>
        <p:style>
          <a:lnRef idx="0"/>
          <a:fillRef idx="0"/>
          <a:effectRef idx="0"/>
          <a:fontRef idx="minor"/>
        </p:style>
        <p:txBody>
          <a:bodyPr lIns="0" rIns="0" tIns="0" bIns="0" anchor="t">
            <a:noAutofit/>
          </a:bodyPr>
          <a:p>
            <a:pPr>
              <a:lnSpc>
                <a:spcPts val="3101"/>
              </a:lnSpc>
              <a:tabLst>
                <a:tab algn="l" pos="0"/>
              </a:tabLst>
            </a:pPr>
            <a:r>
              <a:rPr b="0" lang="en-US" sz="1900" strike="noStrike" u="none">
                <a:solidFill>
                  <a:srgbClr val="61615c"/>
                </a:solidFill>
                <a:effectLst/>
                <a:uFillTx/>
                <a:latin typeface="Tomorrow"/>
                <a:ea typeface="Tomorrow"/>
              </a:rPr>
              <a:t>¡Bienvenido a su nueva plataforma de gestión empresarial! Este manual completo le guiará paso a paso para configurar su empresa de manera segura y eficiente, permitiéndole aprovechar al máximo todas las funcionalidades avanzadas que el sistema ofrece. Aquí encontrará desde los protocolos de seguridad más robustos hasta las mejores prácticas para gestionar roles y permisos con confianza profesional.</a:t>
            </a:r>
            <a:endParaRPr b="0" lang="en-US" sz="1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Text 0"/>
          <p:cNvSpPr/>
          <p:nvPr/>
        </p:nvSpPr>
        <p:spPr>
          <a:xfrm>
            <a:off x="746640" y="587880"/>
            <a:ext cx="13136400" cy="1333080"/>
          </a:xfrm>
          <a:prstGeom prst="rect">
            <a:avLst/>
          </a:prstGeom>
          <a:noFill/>
          <a:ln w="0">
            <a:noFill/>
          </a:ln>
        </p:spPr>
        <p:style>
          <a:lnRef idx="0"/>
          <a:fillRef idx="0"/>
          <a:effectRef idx="0"/>
          <a:fontRef idx="minor"/>
        </p:style>
        <p:txBody>
          <a:bodyPr lIns="0" rIns="0" tIns="0" bIns="0" anchor="t">
            <a:noAutofit/>
          </a:bodyPr>
          <a:p>
            <a:pPr>
              <a:lnSpc>
                <a:spcPts val="5250"/>
              </a:lnSpc>
              <a:tabLst>
                <a:tab algn="l" pos="0"/>
              </a:tabLst>
            </a:pPr>
            <a:r>
              <a:rPr b="0" lang="en-US" sz="4200" strike="noStrike" u="none">
                <a:solidFill>
                  <a:srgbClr val="1d1d1b"/>
                </a:solidFill>
                <a:effectLst/>
                <a:uFillTx/>
                <a:latin typeface="Tomorrow Semi Bold"/>
                <a:ea typeface="Tomorrow Semi Bold"/>
              </a:rPr>
              <a:t>Protocolos de Seguridad: Su Información en una Bóveda Digital</a:t>
            </a:r>
            <a:endParaRPr b="0" lang="en-US" sz="4200" strike="noStrike" u="none">
              <a:solidFill>
                <a:srgbClr val="000000"/>
              </a:solidFill>
              <a:effectLst/>
              <a:uFillTx/>
              <a:latin typeface="Arial"/>
            </a:endParaRPr>
          </a:p>
        </p:txBody>
      </p:sp>
      <p:sp>
        <p:nvSpPr>
          <p:cNvPr id="61" name="Text 1"/>
          <p:cNvSpPr/>
          <p:nvPr/>
        </p:nvSpPr>
        <p:spPr>
          <a:xfrm>
            <a:off x="746640" y="2347920"/>
            <a:ext cx="13136400" cy="682200"/>
          </a:xfrm>
          <a:prstGeom prst="rect">
            <a:avLst/>
          </a:prstGeom>
          <a:noFill/>
          <a:ln w="0">
            <a:noFill/>
          </a:ln>
        </p:spPr>
        <p:style>
          <a:lnRef idx="0"/>
          <a:fillRef idx="0"/>
          <a:effectRef idx="0"/>
          <a:fontRef idx="minor"/>
        </p:style>
        <p:txBody>
          <a:bodyPr lIns="0" rIns="0" tIns="0" bIns="0" anchor="t">
            <a:noAutofit/>
          </a:bodyPr>
          <a:p>
            <a:pPr>
              <a:lnSpc>
                <a:spcPts val="2650"/>
              </a:lnSpc>
              <a:tabLst>
                <a:tab algn="l" pos="0"/>
              </a:tabLst>
            </a:pPr>
            <a:r>
              <a:rPr b="0" lang="en-US" sz="1650" strike="noStrike" u="none">
                <a:solidFill>
                  <a:srgbClr val="61615c"/>
                </a:solidFill>
                <a:effectLst/>
                <a:uFillTx/>
                <a:latin typeface="Tomorrow"/>
                <a:ea typeface="Tomorrow"/>
              </a:rPr>
              <a:t>Su tranquilidad es nuestra prioridad absoluta. Por eso implementamos </a:t>
            </a:r>
            <a:r>
              <a:rPr b="1" lang="en-US" sz="1650" strike="noStrike" u="none">
                <a:solidFill>
                  <a:srgbClr val="61615c"/>
                </a:solidFill>
                <a:effectLst/>
                <a:uFillTx/>
                <a:latin typeface="Tomorrow"/>
                <a:ea typeface="Tomorrow"/>
              </a:rPr>
              <a:t>aislamiento total de datos</a:t>
            </a:r>
            <a:r>
              <a:rPr b="0" lang="en-US" sz="1650" strike="noStrike" u="none">
                <a:solidFill>
                  <a:srgbClr val="61615c"/>
                </a:solidFill>
                <a:effectLst/>
                <a:uFillTx/>
                <a:latin typeface="Tomorrow"/>
                <a:ea typeface="Tomorrow"/>
              </a:rPr>
              <a:t> mediante arquitectura Multi-tenancy, que funciona exactamente como tener su propia bóveda digital privada e impenetrable.</a:t>
            </a:r>
            <a:endParaRPr b="0" lang="en-US" sz="1650" strike="noStrike" u="none">
              <a:solidFill>
                <a:srgbClr val="000000"/>
              </a:solidFill>
              <a:effectLst/>
              <a:uFillTx/>
              <a:latin typeface="Arial"/>
            </a:endParaRPr>
          </a:p>
        </p:txBody>
      </p:sp>
      <p:sp>
        <p:nvSpPr>
          <p:cNvPr id="62" name="Shape 2"/>
          <p:cNvSpPr/>
          <p:nvPr/>
        </p:nvSpPr>
        <p:spPr>
          <a:xfrm>
            <a:off x="746640" y="3270600"/>
            <a:ext cx="4236480" cy="3106440"/>
          </a:xfrm>
          <a:prstGeom prst="roundRect">
            <a:avLst>
              <a:gd name="adj" fmla="val 1030"/>
            </a:avLst>
          </a:prstGeom>
          <a:solidFill>
            <a:srgbClr val="f0eaea"/>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3" name="Shape 3"/>
          <p:cNvSpPr/>
          <p:nvPr/>
        </p:nvSpPr>
        <p:spPr>
          <a:xfrm>
            <a:off x="960120" y="3484080"/>
            <a:ext cx="639720" cy="639720"/>
          </a:xfrm>
          <a:prstGeom prst="roundRect">
            <a:avLst>
              <a:gd name="adj" fmla="val 14284286"/>
            </a:avLst>
          </a:prstGeom>
          <a:solidFill>
            <a:srgbClr val="1d1d1b"/>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pic>
        <p:nvPicPr>
          <p:cNvPr id="64" name="Image 0" descr="preencoded.png"/>
          <p:cNvPicPr/>
          <p:nvPr/>
        </p:nvPicPr>
        <p:blipFill>
          <a:blip r:embed="rId1">
            <a:extLst>
              <a:ext uri="{96DAC541-7B7A-43D3-8B79-37D633B846F1}">
                <asvg:svgBlip xmlns:asvg="http://schemas.microsoft.com/office/drawing/2016/SVG/main" r:embed="rId2"/>
              </a:ext>
            </a:extLst>
          </a:blip>
          <a:stretch/>
        </p:blipFill>
        <p:spPr>
          <a:xfrm>
            <a:off x="1136160" y="3660120"/>
            <a:ext cx="287640" cy="287640"/>
          </a:xfrm>
          <a:prstGeom prst="rect">
            <a:avLst/>
          </a:prstGeom>
          <a:noFill/>
          <a:ln w="0">
            <a:noFill/>
          </a:ln>
        </p:spPr>
      </p:pic>
      <p:sp>
        <p:nvSpPr>
          <p:cNvPr id="65" name="Text 4"/>
          <p:cNvSpPr/>
          <p:nvPr/>
        </p:nvSpPr>
        <p:spPr>
          <a:xfrm>
            <a:off x="960120" y="4337640"/>
            <a:ext cx="2666880" cy="333000"/>
          </a:xfrm>
          <a:prstGeom prst="rect">
            <a:avLst/>
          </a:prstGeom>
          <a:noFill/>
          <a:ln w="0">
            <a:noFill/>
          </a:ln>
        </p:spPr>
        <p:style>
          <a:lnRef idx="0"/>
          <a:fillRef idx="0"/>
          <a:effectRef idx="0"/>
          <a:fontRef idx="minor"/>
        </p:style>
        <p:txBody>
          <a:bodyPr wrap="none" lIns="0" rIns="0" tIns="0" bIns="0" anchor="t">
            <a:noAutofit/>
          </a:bodyPr>
          <a:p>
            <a:pPr>
              <a:lnSpc>
                <a:spcPts val="2599"/>
              </a:lnSpc>
              <a:tabLst>
                <a:tab algn="l" pos="0"/>
              </a:tabLst>
            </a:pPr>
            <a:r>
              <a:rPr b="0" lang="en-US" sz="2100" strike="noStrike" u="none">
                <a:solidFill>
                  <a:srgbClr val="61615c"/>
                </a:solidFill>
                <a:effectLst/>
                <a:uFillTx/>
                <a:latin typeface="Tomorrow Semi Bold"/>
                <a:ea typeface="Tomorrow Semi Bold"/>
              </a:rPr>
              <a:t>Oficina Privada</a:t>
            </a:r>
            <a:endParaRPr b="0" lang="en-US" sz="2100" strike="noStrike" u="none">
              <a:solidFill>
                <a:srgbClr val="000000"/>
              </a:solidFill>
              <a:effectLst/>
              <a:uFillTx/>
              <a:latin typeface="Arial"/>
            </a:endParaRPr>
          </a:p>
        </p:txBody>
      </p:sp>
      <p:sp>
        <p:nvSpPr>
          <p:cNvPr id="66" name="Text 5"/>
          <p:cNvSpPr/>
          <p:nvPr/>
        </p:nvSpPr>
        <p:spPr>
          <a:xfrm>
            <a:off x="960120" y="4798800"/>
            <a:ext cx="3809520" cy="1023840"/>
          </a:xfrm>
          <a:prstGeom prst="rect">
            <a:avLst/>
          </a:prstGeom>
          <a:noFill/>
          <a:ln w="0">
            <a:noFill/>
          </a:ln>
        </p:spPr>
        <p:style>
          <a:lnRef idx="0"/>
          <a:fillRef idx="0"/>
          <a:effectRef idx="0"/>
          <a:fontRef idx="minor"/>
        </p:style>
        <p:txBody>
          <a:bodyPr lIns="0" rIns="0" tIns="0" bIns="0" anchor="t">
            <a:noAutofit/>
          </a:bodyPr>
          <a:p>
            <a:pPr>
              <a:lnSpc>
                <a:spcPts val="2650"/>
              </a:lnSpc>
              <a:tabLst>
                <a:tab algn="l" pos="0"/>
              </a:tabLst>
            </a:pPr>
            <a:r>
              <a:rPr b="0" lang="en-US" sz="1650" strike="noStrike" u="none">
                <a:solidFill>
                  <a:srgbClr val="61615c"/>
                </a:solidFill>
                <a:effectLst/>
                <a:uFillTx/>
                <a:latin typeface="Tomorrow"/>
                <a:ea typeface="Tomorrow"/>
              </a:rPr>
              <a:t>Como un edificio donde cada empresa tiene su propia oficina con llave única y acceso restringido</a:t>
            </a:r>
            <a:endParaRPr b="0" lang="en-US" sz="1650" strike="noStrike" u="none">
              <a:solidFill>
                <a:srgbClr val="000000"/>
              </a:solidFill>
              <a:effectLst/>
              <a:uFillTx/>
              <a:latin typeface="Arial"/>
            </a:endParaRPr>
          </a:p>
        </p:txBody>
      </p:sp>
      <p:sp>
        <p:nvSpPr>
          <p:cNvPr id="67" name="Shape 6"/>
          <p:cNvSpPr/>
          <p:nvPr/>
        </p:nvSpPr>
        <p:spPr>
          <a:xfrm>
            <a:off x="5196960" y="3270600"/>
            <a:ext cx="4236480" cy="3106440"/>
          </a:xfrm>
          <a:prstGeom prst="roundRect">
            <a:avLst>
              <a:gd name="adj" fmla="val 1030"/>
            </a:avLst>
          </a:prstGeom>
          <a:solidFill>
            <a:srgbClr val="f0eaea"/>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8" name="Shape 7"/>
          <p:cNvSpPr/>
          <p:nvPr/>
        </p:nvSpPr>
        <p:spPr>
          <a:xfrm>
            <a:off x="5410080" y="3484080"/>
            <a:ext cx="639720" cy="639720"/>
          </a:xfrm>
          <a:prstGeom prst="roundRect">
            <a:avLst>
              <a:gd name="adj" fmla="val 14284286"/>
            </a:avLst>
          </a:prstGeom>
          <a:solidFill>
            <a:srgbClr val="1d1d1b"/>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pic>
        <p:nvPicPr>
          <p:cNvPr id="69" name="Image 1" descr="preencoded.png"/>
          <p:cNvPicPr/>
          <p:nvPr/>
        </p:nvPicPr>
        <p:blipFill>
          <a:blip r:embed="rId3">
            <a:extLst>
              <a:ext uri="{96DAC541-7B7A-43D3-8B79-37D633B846F1}">
                <asvg:svgBlip xmlns:asvg="http://schemas.microsoft.com/office/drawing/2016/SVG/main" r:embed="rId4"/>
              </a:ext>
            </a:extLst>
          </a:blip>
          <a:stretch/>
        </p:blipFill>
        <p:spPr>
          <a:xfrm>
            <a:off x="5586120" y="3660120"/>
            <a:ext cx="287640" cy="287640"/>
          </a:xfrm>
          <a:prstGeom prst="rect">
            <a:avLst/>
          </a:prstGeom>
          <a:noFill/>
          <a:ln w="0">
            <a:noFill/>
          </a:ln>
        </p:spPr>
      </p:pic>
      <p:sp>
        <p:nvSpPr>
          <p:cNvPr id="70" name="Text 8"/>
          <p:cNvSpPr/>
          <p:nvPr/>
        </p:nvSpPr>
        <p:spPr>
          <a:xfrm>
            <a:off x="5410080" y="4337640"/>
            <a:ext cx="3478320" cy="333000"/>
          </a:xfrm>
          <a:prstGeom prst="rect">
            <a:avLst/>
          </a:prstGeom>
          <a:noFill/>
          <a:ln w="0">
            <a:noFill/>
          </a:ln>
        </p:spPr>
        <p:style>
          <a:lnRef idx="0"/>
          <a:fillRef idx="0"/>
          <a:effectRef idx="0"/>
          <a:fontRef idx="minor"/>
        </p:style>
        <p:txBody>
          <a:bodyPr wrap="none" lIns="0" rIns="0" tIns="0" bIns="0" anchor="t">
            <a:noAutofit/>
          </a:bodyPr>
          <a:p>
            <a:pPr>
              <a:lnSpc>
                <a:spcPts val="2599"/>
              </a:lnSpc>
              <a:tabLst>
                <a:tab algn="l" pos="0"/>
              </a:tabLst>
            </a:pPr>
            <a:r>
              <a:rPr b="0" lang="en-US" sz="2100" strike="noStrike" u="none">
                <a:solidFill>
                  <a:srgbClr val="61615c"/>
                </a:solidFill>
                <a:effectLst/>
                <a:uFillTx/>
                <a:latin typeface="Tomorrow Semi Bold"/>
                <a:ea typeface="Tomorrow Semi Bold"/>
              </a:rPr>
              <a:t>Archivador con Cerradura</a:t>
            </a:r>
            <a:endParaRPr b="0" lang="en-US" sz="2100" strike="noStrike" u="none">
              <a:solidFill>
                <a:srgbClr val="000000"/>
              </a:solidFill>
              <a:effectLst/>
              <a:uFillTx/>
              <a:latin typeface="Arial"/>
            </a:endParaRPr>
          </a:p>
        </p:txBody>
      </p:sp>
      <p:sp>
        <p:nvSpPr>
          <p:cNvPr id="71" name="Text 9"/>
          <p:cNvSpPr/>
          <p:nvPr/>
        </p:nvSpPr>
        <p:spPr>
          <a:xfrm>
            <a:off x="5410080" y="4798800"/>
            <a:ext cx="3809520" cy="1365120"/>
          </a:xfrm>
          <a:prstGeom prst="rect">
            <a:avLst/>
          </a:prstGeom>
          <a:noFill/>
          <a:ln w="0">
            <a:noFill/>
          </a:ln>
        </p:spPr>
        <p:style>
          <a:lnRef idx="0"/>
          <a:fillRef idx="0"/>
          <a:effectRef idx="0"/>
          <a:fontRef idx="minor"/>
        </p:style>
        <p:txBody>
          <a:bodyPr lIns="0" rIns="0" tIns="0" bIns="0" anchor="t">
            <a:noAutofit/>
          </a:bodyPr>
          <a:p>
            <a:pPr>
              <a:lnSpc>
                <a:spcPts val="2650"/>
              </a:lnSpc>
              <a:tabLst>
                <a:tab algn="l" pos="0"/>
              </a:tabLst>
            </a:pPr>
            <a:r>
              <a:rPr b="0" lang="en-US" sz="1650" strike="noStrike" u="none">
                <a:solidFill>
                  <a:srgbClr val="61615c"/>
                </a:solidFill>
                <a:effectLst/>
                <a:uFillTx/>
                <a:latin typeface="Tomorrow"/>
                <a:ea typeface="Tomorrow"/>
              </a:rPr>
              <a:t>Sus archivos están guardados en carpetas digitales identificadas únicamente con el código de su empresa</a:t>
            </a:r>
            <a:endParaRPr b="0" lang="en-US" sz="1650" strike="noStrike" u="none">
              <a:solidFill>
                <a:srgbClr val="000000"/>
              </a:solidFill>
              <a:effectLst/>
              <a:uFillTx/>
              <a:latin typeface="Arial"/>
            </a:endParaRPr>
          </a:p>
        </p:txBody>
      </p:sp>
      <p:sp>
        <p:nvSpPr>
          <p:cNvPr id="72" name="Shape 10"/>
          <p:cNvSpPr/>
          <p:nvPr/>
        </p:nvSpPr>
        <p:spPr>
          <a:xfrm>
            <a:off x="9646920" y="3270600"/>
            <a:ext cx="4236480" cy="3106440"/>
          </a:xfrm>
          <a:prstGeom prst="roundRect">
            <a:avLst>
              <a:gd name="adj" fmla="val 1030"/>
            </a:avLst>
          </a:prstGeom>
          <a:solidFill>
            <a:srgbClr val="f0eaea"/>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3" name="Shape 11"/>
          <p:cNvSpPr/>
          <p:nvPr/>
        </p:nvSpPr>
        <p:spPr>
          <a:xfrm>
            <a:off x="9860400" y="3484080"/>
            <a:ext cx="639720" cy="639720"/>
          </a:xfrm>
          <a:prstGeom prst="roundRect">
            <a:avLst>
              <a:gd name="adj" fmla="val 14284286"/>
            </a:avLst>
          </a:prstGeom>
          <a:solidFill>
            <a:srgbClr val="1d1d1b"/>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pic>
        <p:nvPicPr>
          <p:cNvPr id="74" name="Image 2" descr="preencoded.png"/>
          <p:cNvPicPr/>
          <p:nvPr/>
        </p:nvPicPr>
        <p:blipFill>
          <a:blip r:embed="rId5">
            <a:extLst>
              <a:ext uri="{96DAC541-7B7A-43D3-8B79-37D633B846F1}">
                <asvg:svgBlip xmlns:asvg="http://schemas.microsoft.com/office/drawing/2016/SVG/main" r:embed="rId6"/>
              </a:ext>
            </a:extLst>
          </a:blip>
          <a:stretch/>
        </p:blipFill>
        <p:spPr>
          <a:xfrm>
            <a:off x="10036080" y="3660120"/>
            <a:ext cx="287640" cy="287640"/>
          </a:xfrm>
          <a:prstGeom prst="rect">
            <a:avLst/>
          </a:prstGeom>
          <a:noFill/>
          <a:ln w="0">
            <a:noFill/>
          </a:ln>
        </p:spPr>
      </p:pic>
      <p:sp>
        <p:nvSpPr>
          <p:cNvPr id="75" name="Text 12"/>
          <p:cNvSpPr/>
          <p:nvPr/>
        </p:nvSpPr>
        <p:spPr>
          <a:xfrm>
            <a:off x="9860400" y="4337640"/>
            <a:ext cx="2738880" cy="333000"/>
          </a:xfrm>
          <a:prstGeom prst="rect">
            <a:avLst/>
          </a:prstGeom>
          <a:noFill/>
          <a:ln w="0">
            <a:noFill/>
          </a:ln>
        </p:spPr>
        <p:style>
          <a:lnRef idx="0"/>
          <a:fillRef idx="0"/>
          <a:effectRef idx="0"/>
          <a:fontRef idx="minor"/>
        </p:style>
        <p:txBody>
          <a:bodyPr wrap="none" lIns="0" rIns="0" tIns="0" bIns="0" anchor="t">
            <a:noAutofit/>
          </a:bodyPr>
          <a:p>
            <a:pPr>
              <a:lnSpc>
                <a:spcPts val="2599"/>
              </a:lnSpc>
              <a:tabLst>
                <a:tab algn="l" pos="0"/>
              </a:tabLst>
            </a:pPr>
            <a:r>
              <a:rPr b="0" lang="en-US" sz="2100" strike="noStrike" u="none">
                <a:solidFill>
                  <a:srgbClr val="61615c"/>
                </a:solidFill>
                <a:effectLst/>
                <a:uFillTx/>
                <a:latin typeface="Tomorrow Semi Bold"/>
                <a:ea typeface="Tomorrow Semi Bold"/>
              </a:rPr>
              <a:t>Personal Autorizado</a:t>
            </a:r>
            <a:endParaRPr b="0" lang="en-US" sz="2100" strike="noStrike" u="none">
              <a:solidFill>
                <a:srgbClr val="000000"/>
              </a:solidFill>
              <a:effectLst/>
              <a:uFillTx/>
              <a:latin typeface="Arial"/>
            </a:endParaRPr>
          </a:p>
        </p:txBody>
      </p:sp>
      <p:sp>
        <p:nvSpPr>
          <p:cNvPr id="76" name="Text 13"/>
          <p:cNvSpPr/>
          <p:nvPr/>
        </p:nvSpPr>
        <p:spPr>
          <a:xfrm>
            <a:off x="9860400" y="4798800"/>
            <a:ext cx="3809520" cy="1023840"/>
          </a:xfrm>
          <a:prstGeom prst="rect">
            <a:avLst/>
          </a:prstGeom>
          <a:noFill/>
          <a:ln w="0">
            <a:noFill/>
          </a:ln>
        </p:spPr>
        <p:style>
          <a:lnRef idx="0"/>
          <a:fillRef idx="0"/>
          <a:effectRef idx="0"/>
          <a:fontRef idx="minor"/>
        </p:style>
        <p:txBody>
          <a:bodyPr lIns="0" rIns="0" tIns="0" bIns="0" anchor="t">
            <a:noAutofit/>
          </a:bodyPr>
          <a:p>
            <a:pPr>
              <a:lnSpc>
                <a:spcPts val="2650"/>
              </a:lnSpc>
              <a:tabLst>
                <a:tab algn="l" pos="0"/>
              </a:tabLst>
            </a:pPr>
            <a:r>
              <a:rPr b="0" lang="en-US" sz="1650" strike="noStrike" u="none">
                <a:solidFill>
                  <a:srgbClr val="61615c"/>
                </a:solidFill>
                <a:effectLst/>
                <a:uFillTx/>
                <a:latin typeface="Tomorrow"/>
                <a:ea typeface="Tomorrow"/>
              </a:rPr>
              <a:t>Solo las personas que usted autorice pueden acceder a su información específica</a:t>
            </a:r>
            <a:endParaRPr b="0" lang="en-US" sz="1650" strike="noStrike" u="none">
              <a:solidFill>
                <a:srgbClr val="000000"/>
              </a:solidFill>
              <a:effectLst/>
              <a:uFillTx/>
              <a:latin typeface="Arial"/>
            </a:endParaRPr>
          </a:p>
        </p:txBody>
      </p:sp>
      <p:sp>
        <p:nvSpPr>
          <p:cNvPr id="77" name="Text 14"/>
          <p:cNvSpPr/>
          <p:nvPr/>
        </p:nvSpPr>
        <p:spPr>
          <a:xfrm>
            <a:off x="746640" y="6617880"/>
            <a:ext cx="13136400" cy="1023840"/>
          </a:xfrm>
          <a:prstGeom prst="rect">
            <a:avLst/>
          </a:prstGeom>
          <a:noFill/>
          <a:ln w="0">
            <a:noFill/>
          </a:ln>
        </p:spPr>
        <p:style>
          <a:lnRef idx="0"/>
          <a:fillRef idx="0"/>
          <a:effectRef idx="0"/>
          <a:fontRef idx="minor"/>
        </p:style>
        <p:txBody>
          <a:bodyPr lIns="0" rIns="0" tIns="0" bIns="0" anchor="t">
            <a:noAutofit/>
          </a:bodyPr>
          <a:p>
            <a:pPr>
              <a:lnSpc>
                <a:spcPts val="2650"/>
              </a:lnSpc>
              <a:tabLst>
                <a:tab algn="l" pos="0"/>
              </a:tabLst>
            </a:pPr>
            <a:r>
              <a:rPr b="0" lang="en-US" sz="1650" strike="noStrike" u="none">
                <a:solidFill>
                  <a:srgbClr val="61615c"/>
                </a:solidFill>
                <a:effectLst/>
                <a:uFillTx/>
                <a:latin typeface="Tomorrow"/>
                <a:ea typeface="Tomorrow"/>
              </a:rPr>
              <a:t>Imagine que la plataforma es un edificio de oficinas moderno y sofisticado. Aunque muchas empresas comparten la misma infraestructura tecnológica, cada organización opera en su propio espacio completamente aislado, donde nadie más puede ver, acceder o modificar su información confidencial.</a:t>
            </a:r>
            <a:endParaRPr b="0" lang="en-US" sz="1650" strike="noStrike" u="none">
              <a:solidFill>
                <a:srgbClr val="000000"/>
              </a:solidFill>
              <a:effectLst/>
              <a:uFillTx/>
              <a:latin typeface="Arial"/>
            </a:endParaRPr>
          </a:p>
        </p:txBody>
      </p:sp>
      <p:pic>
        <p:nvPicPr>
          <p:cNvPr id="78" name="" descr=""/>
          <p:cNvPicPr/>
          <p:nvPr/>
        </p:nvPicPr>
        <p:blipFill>
          <a:blip r:embed="rId7"/>
          <a:stretch/>
        </p:blipFill>
        <p:spPr>
          <a:xfrm>
            <a:off x="9515880" y="7543800"/>
            <a:ext cx="5114520" cy="66636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Text 0"/>
          <p:cNvSpPr/>
          <p:nvPr/>
        </p:nvSpPr>
        <p:spPr>
          <a:xfrm>
            <a:off x="586800" y="592920"/>
            <a:ext cx="11004840" cy="523800"/>
          </a:xfrm>
          <a:prstGeom prst="rect">
            <a:avLst/>
          </a:prstGeom>
          <a:noFill/>
          <a:ln w="0">
            <a:noFill/>
          </a:ln>
        </p:spPr>
        <p:style>
          <a:lnRef idx="0"/>
          <a:fillRef idx="0"/>
          <a:effectRef idx="0"/>
          <a:fontRef idx="minor"/>
        </p:style>
        <p:txBody>
          <a:bodyPr wrap="none" lIns="0" rIns="0" tIns="0" bIns="0" anchor="t">
            <a:noAutofit/>
          </a:bodyPr>
          <a:p>
            <a:pPr>
              <a:lnSpc>
                <a:spcPts val="4099"/>
              </a:lnSpc>
              <a:tabLst>
                <a:tab algn="l" pos="0"/>
              </a:tabLst>
            </a:pPr>
            <a:r>
              <a:rPr b="0" lang="en-US" sz="3300" strike="noStrike" u="none">
                <a:solidFill>
                  <a:srgbClr val="1d1d1b"/>
                </a:solidFill>
                <a:effectLst/>
                <a:uFillTx/>
                <a:latin typeface="Tomorrow Semi Bold"/>
                <a:ea typeface="Tomorrow Semi Bold"/>
              </a:rPr>
              <a:t>Aislamiento Lógico: Triple Verificación de Seguridad</a:t>
            </a:r>
            <a:endParaRPr b="0" lang="en-US" sz="3300" strike="noStrike" u="none">
              <a:solidFill>
                <a:srgbClr val="000000"/>
              </a:solidFill>
              <a:effectLst/>
              <a:uFillTx/>
              <a:latin typeface="Arial"/>
            </a:endParaRPr>
          </a:p>
        </p:txBody>
      </p:sp>
      <p:sp>
        <p:nvSpPr>
          <p:cNvPr id="80" name="Text 1"/>
          <p:cNvSpPr/>
          <p:nvPr/>
        </p:nvSpPr>
        <p:spPr>
          <a:xfrm>
            <a:off x="586800" y="1519200"/>
            <a:ext cx="7910280" cy="803880"/>
          </a:xfrm>
          <a:prstGeom prst="rect">
            <a:avLst/>
          </a:prstGeom>
          <a:noFill/>
          <a:ln w="0">
            <a:noFill/>
          </a:ln>
        </p:spPr>
        <p:style>
          <a:lnRef idx="0"/>
          <a:fillRef idx="0"/>
          <a:effectRef idx="0"/>
          <a:fontRef idx="minor"/>
        </p:style>
        <p:txBody>
          <a:bodyPr lIns="0" rIns="0" tIns="0" bIns="0" anchor="t">
            <a:noAutofit/>
          </a:bodyPr>
          <a:p>
            <a:pPr>
              <a:lnSpc>
                <a:spcPts val="2100"/>
              </a:lnSpc>
              <a:tabLst>
                <a:tab algn="l" pos="0"/>
              </a:tabLst>
            </a:pPr>
            <a:r>
              <a:rPr b="0" lang="en-US" sz="1300" strike="noStrike" u="none">
                <a:solidFill>
                  <a:srgbClr val="61615c"/>
                </a:solidFill>
                <a:effectLst/>
                <a:uFillTx/>
                <a:latin typeface="Tomorrow"/>
                <a:ea typeface="Tomorrow"/>
              </a:rPr>
              <a:t>Cada vez que un usuario de su empresa realiza cualquier acción en el sistema —desde subir un documento hasta buscar información de empleados o generar un reporte— el sistema ejecuta automáticamente un proceso de triple verificación que garantiza la máxima seguridad:</a:t>
            </a:r>
            <a:endParaRPr b="0" lang="en-US" sz="1300" strike="noStrike" u="none">
              <a:solidFill>
                <a:srgbClr val="000000"/>
              </a:solidFill>
              <a:effectLst/>
              <a:uFillTx/>
              <a:latin typeface="Arial"/>
            </a:endParaRPr>
          </a:p>
        </p:txBody>
      </p:sp>
      <p:sp>
        <p:nvSpPr>
          <p:cNvPr id="81" name="Text 2"/>
          <p:cNvSpPr/>
          <p:nvPr/>
        </p:nvSpPr>
        <p:spPr>
          <a:xfrm>
            <a:off x="586800" y="2512440"/>
            <a:ext cx="167400" cy="20916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b="0" lang="en-US" sz="1300" strike="noStrike" u="none">
                <a:solidFill>
                  <a:srgbClr val="61615c"/>
                </a:solidFill>
                <a:effectLst/>
                <a:uFillTx/>
                <a:latin typeface="Tomorrow Light"/>
                <a:ea typeface="Tomorrow Light"/>
              </a:rPr>
              <a:t>01</a:t>
            </a:r>
            <a:endParaRPr b="0" lang="en-US" sz="1300" strike="noStrike" u="none">
              <a:solidFill>
                <a:srgbClr val="000000"/>
              </a:solidFill>
              <a:effectLst/>
              <a:uFillTx/>
              <a:latin typeface="Arial"/>
            </a:endParaRPr>
          </a:p>
        </p:txBody>
      </p:sp>
      <p:sp>
        <p:nvSpPr>
          <p:cNvPr id="82" name="Shape 3"/>
          <p:cNvSpPr/>
          <p:nvPr/>
        </p:nvSpPr>
        <p:spPr>
          <a:xfrm>
            <a:off x="586800" y="2774520"/>
            <a:ext cx="7910280" cy="22680"/>
          </a:xfrm>
          <a:prstGeom prst="rect">
            <a:avLst/>
          </a:prstGeom>
          <a:solidFill>
            <a:srgbClr val="1d1d1b"/>
          </a:solidFill>
          <a:ln w="0">
            <a:noFill/>
          </a:ln>
        </p:spPr>
        <p:style>
          <a:lnRef idx="0"/>
          <a:fillRef idx="0"/>
          <a:effectRef idx="0"/>
          <a:fontRef idx="minor"/>
        </p:style>
        <p:txBody>
          <a:bodyPr lIns="90000" rIns="90000" tIns="-21960" bIns="-21960" anchor="t">
            <a:noAutofit/>
          </a:bodyPr>
          <a:p>
            <a:endParaRPr b="0" lang="en-US" sz="1800" strike="noStrike" u="none">
              <a:solidFill>
                <a:srgbClr val="ffffff"/>
              </a:solidFill>
              <a:effectLst/>
              <a:uFillTx/>
              <a:latin typeface="Arial"/>
            </a:endParaRPr>
          </a:p>
        </p:txBody>
      </p:sp>
      <p:sp>
        <p:nvSpPr>
          <p:cNvPr id="83" name="Text 4"/>
          <p:cNvSpPr/>
          <p:nvPr/>
        </p:nvSpPr>
        <p:spPr>
          <a:xfrm>
            <a:off x="586800" y="2903760"/>
            <a:ext cx="2903400" cy="261720"/>
          </a:xfrm>
          <a:prstGeom prst="rect">
            <a:avLst/>
          </a:prstGeom>
          <a:noFill/>
          <a:ln w="0">
            <a:noFill/>
          </a:ln>
        </p:spPr>
        <p:style>
          <a:lnRef idx="0"/>
          <a:fillRef idx="0"/>
          <a:effectRef idx="0"/>
          <a:fontRef idx="minor"/>
        </p:style>
        <p:txBody>
          <a:bodyPr wrap="none" lIns="0" rIns="0" tIns="0" bIns="0" anchor="t">
            <a:noAutofit/>
          </a:bodyPr>
          <a:p>
            <a:pPr>
              <a:lnSpc>
                <a:spcPts val="2049"/>
              </a:lnSpc>
              <a:tabLst>
                <a:tab algn="l" pos="0"/>
              </a:tabLst>
            </a:pPr>
            <a:r>
              <a:rPr b="0" lang="en-US" sz="1650" strike="noStrike" u="none">
                <a:solidFill>
                  <a:srgbClr val="61615c"/>
                </a:solidFill>
                <a:effectLst/>
                <a:uFillTx/>
                <a:latin typeface="Tomorrow Semi Bold"/>
                <a:ea typeface="Tomorrow Semi Bold"/>
              </a:rPr>
              <a:t>Verificación de Pertenencia</a:t>
            </a:r>
            <a:endParaRPr b="0" lang="en-US" sz="1650" strike="noStrike" u="none">
              <a:solidFill>
                <a:srgbClr val="000000"/>
              </a:solidFill>
              <a:effectLst/>
              <a:uFillTx/>
              <a:latin typeface="Arial"/>
            </a:endParaRPr>
          </a:p>
        </p:txBody>
      </p:sp>
      <p:sp>
        <p:nvSpPr>
          <p:cNvPr id="84" name="Text 5"/>
          <p:cNvSpPr/>
          <p:nvPr/>
        </p:nvSpPr>
        <p:spPr>
          <a:xfrm>
            <a:off x="586800" y="3333600"/>
            <a:ext cx="7910280" cy="26784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b="0" lang="en-US" sz="1300" strike="noStrike" u="none">
                <a:solidFill>
                  <a:srgbClr val="61615c"/>
                </a:solidFill>
                <a:effectLst/>
                <a:uFillTx/>
                <a:latin typeface="Tomorrow"/>
                <a:ea typeface="Tomorrow"/>
              </a:rPr>
              <a:t>¿Esta persona pertenece a esta empresa específica?</a:t>
            </a:r>
            <a:endParaRPr b="0" lang="en-US" sz="1300" strike="noStrike" u="none">
              <a:solidFill>
                <a:srgbClr val="000000"/>
              </a:solidFill>
              <a:effectLst/>
              <a:uFillTx/>
              <a:latin typeface="Arial"/>
            </a:endParaRPr>
          </a:p>
        </p:txBody>
      </p:sp>
      <p:sp>
        <p:nvSpPr>
          <p:cNvPr id="85" name="Text 6"/>
          <p:cNvSpPr/>
          <p:nvPr/>
        </p:nvSpPr>
        <p:spPr>
          <a:xfrm>
            <a:off x="586800" y="3894840"/>
            <a:ext cx="167400" cy="20916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b="0" lang="en-US" sz="1300" strike="noStrike" u="none">
                <a:solidFill>
                  <a:srgbClr val="61615c"/>
                </a:solidFill>
                <a:effectLst/>
                <a:uFillTx/>
                <a:latin typeface="Tomorrow Light"/>
                <a:ea typeface="Tomorrow Light"/>
              </a:rPr>
              <a:t>02</a:t>
            </a:r>
            <a:endParaRPr b="0" lang="en-US" sz="1300" strike="noStrike" u="none">
              <a:solidFill>
                <a:srgbClr val="000000"/>
              </a:solidFill>
              <a:effectLst/>
              <a:uFillTx/>
              <a:latin typeface="Arial"/>
            </a:endParaRPr>
          </a:p>
        </p:txBody>
      </p:sp>
      <p:sp>
        <p:nvSpPr>
          <p:cNvPr id="86" name="Shape 7"/>
          <p:cNvSpPr/>
          <p:nvPr/>
        </p:nvSpPr>
        <p:spPr>
          <a:xfrm>
            <a:off x="586800" y="4156920"/>
            <a:ext cx="7910280" cy="22680"/>
          </a:xfrm>
          <a:prstGeom prst="rect">
            <a:avLst/>
          </a:prstGeom>
          <a:solidFill>
            <a:srgbClr val="1d1d1b"/>
          </a:solidFill>
          <a:ln w="0">
            <a:noFill/>
          </a:ln>
        </p:spPr>
        <p:style>
          <a:lnRef idx="0"/>
          <a:fillRef idx="0"/>
          <a:effectRef idx="0"/>
          <a:fontRef idx="minor"/>
        </p:style>
        <p:txBody>
          <a:bodyPr lIns="90000" rIns="90000" tIns="-21960" bIns="-21960" anchor="t">
            <a:noAutofit/>
          </a:bodyPr>
          <a:p>
            <a:endParaRPr b="0" lang="en-US" sz="1800" strike="noStrike" u="none">
              <a:solidFill>
                <a:srgbClr val="ffffff"/>
              </a:solidFill>
              <a:effectLst/>
              <a:uFillTx/>
              <a:latin typeface="Arial"/>
            </a:endParaRPr>
          </a:p>
        </p:txBody>
      </p:sp>
      <p:sp>
        <p:nvSpPr>
          <p:cNvPr id="87" name="Text 8"/>
          <p:cNvSpPr/>
          <p:nvPr/>
        </p:nvSpPr>
        <p:spPr>
          <a:xfrm>
            <a:off x="586800" y="4286520"/>
            <a:ext cx="2484000" cy="261720"/>
          </a:xfrm>
          <a:prstGeom prst="rect">
            <a:avLst/>
          </a:prstGeom>
          <a:noFill/>
          <a:ln w="0">
            <a:noFill/>
          </a:ln>
        </p:spPr>
        <p:style>
          <a:lnRef idx="0"/>
          <a:fillRef idx="0"/>
          <a:effectRef idx="0"/>
          <a:fontRef idx="minor"/>
        </p:style>
        <p:txBody>
          <a:bodyPr wrap="none" lIns="0" rIns="0" tIns="0" bIns="0" anchor="t">
            <a:noAutofit/>
          </a:bodyPr>
          <a:p>
            <a:pPr>
              <a:lnSpc>
                <a:spcPts val="2049"/>
              </a:lnSpc>
              <a:tabLst>
                <a:tab algn="l" pos="0"/>
              </a:tabLst>
            </a:pPr>
            <a:r>
              <a:rPr b="0" lang="en-US" sz="1650" strike="noStrike" u="none">
                <a:solidFill>
                  <a:srgbClr val="61615c"/>
                </a:solidFill>
                <a:effectLst/>
                <a:uFillTx/>
                <a:latin typeface="Tomorrow Semi Bold"/>
                <a:ea typeface="Tomorrow Semi Bold"/>
              </a:rPr>
              <a:t>Validación de Permisos</a:t>
            </a:r>
            <a:endParaRPr b="0" lang="en-US" sz="1650" strike="noStrike" u="none">
              <a:solidFill>
                <a:srgbClr val="000000"/>
              </a:solidFill>
              <a:effectLst/>
              <a:uFillTx/>
              <a:latin typeface="Arial"/>
            </a:endParaRPr>
          </a:p>
        </p:txBody>
      </p:sp>
      <p:sp>
        <p:nvSpPr>
          <p:cNvPr id="88" name="Text 9"/>
          <p:cNvSpPr/>
          <p:nvPr/>
        </p:nvSpPr>
        <p:spPr>
          <a:xfrm>
            <a:off x="586800" y="4716360"/>
            <a:ext cx="7910280" cy="26784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b="0" lang="en-US" sz="1300" strike="noStrike" u="none">
                <a:solidFill>
                  <a:srgbClr val="61615c"/>
                </a:solidFill>
                <a:effectLst/>
                <a:uFillTx/>
                <a:latin typeface="Tomorrow"/>
                <a:ea typeface="Tomorrow"/>
              </a:rPr>
              <a:t>¿Tiene los permisos necesarios para realizar esta acción?</a:t>
            </a:r>
            <a:endParaRPr b="0" lang="en-US" sz="1300" strike="noStrike" u="none">
              <a:solidFill>
                <a:srgbClr val="000000"/>
              </a:solidFill>
              <a:effectLst/>
              <a:uFillTx/>
              <a:latin typeface="Arial"/>
            </a:endParaRPr>
          </a:p>
        </p:txBody>
      </p:sp>
      <p:sp>
        <p:nvSpPr>
          <p:cNvPr id="89" name="Text 10"/>
          <p:cNvSpPr/>
          <p:nvPr/>
        </p:nvSpPr>
        <p:spPr>
          <a:xfrm>
            <a:off x="586800" y="5277600"/>
            <a:ext cx="167400" cy="20916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b="0" lang="en-US" sz="1300" strike="noStrike" u="none">
                <a:solidFill>
                  <a:srgbClr val="61615c"/>
                </a:solidFill>
                <a:effectLst/>
                <a:uFillTx/>
                <a:latin typeface="Tomorrow Light"/>
                <a:ea typeface="Tomorrow Light"/>
              </a:rPr>
              <a:t>03</a:t>
            </a:r>
            <a:endParaRPr b="0" lang="en-US" sz="1300" strike="noStrike" u="none">
              <a:solidFill>
                <a:srgbClr val="000000"/>
              </a:solidFill>
              <a:effectLst/>
              <a:uFillTx/>
              <a:latin typeface="Arial"/>
            </a:endParaRPr>
          </a:p>
        </p:txBody>
      </p:sp>
      <p:sp>
        <p:nvSpPr>
          <p:cNvPr id="90" name="Shape 11"/>
          <p:cNvSpPr/>
          <p:nvPr/>
        </p:nvSpPr>
        <p:spPr>
          <a:xfrm>
            <a:off x="586800" y="5539680"/>
            <a:ext cx="7910280" cy="22680"/>
          </a:xfrm>
          <a:prstGeom prst="rect">
            <a:avLst/>
          </a:prstGeom>
          <a:solidFill>
            <a:srgbClr val="1d1d1b"/>
          </a:solidFill>
          <a:ln w="0">
            <a:noFill/>
          </a:ln>
        </p:spPr>
        <p:style>
          <a:lnRef idx="0"/>
          <a:fillRef idx="0"/>
          <a:effectRef idx="0"/>
          <a:fontRef idx="minor"/>
        </p:style>
        <p:txBody>
          <a:bodyPr lIns="90000" rIns="90000" tIns="-21960" bIns="-21960" anchor="t">
            <a:noAutofit/>
          </a:bodyPr>
          <a:p>
            <a:endParaRPr b="0" lang="en-US" sz="1800" strike="noStrike" u="none">
              <a:solidFill>
                <a:srgbClr val="ffffff"/>
              </a:solidFill>
              <a:effectLst/>
              <a:uFillTx/>
              <a:latin typeface="Arial"/>
            </a:endParaRPr>
          </a:p>
        </p:txBody>
      </p:sp>
      <p:sp>
        <p:nvSpPr>
          <p:cNvPr id="91" name="Text 12"/>
          <p:cNvSpPr/>
          <p:nvPr/>
        </p:nvSpPr>
        <p:spPr>
          <a:xfrm>
            <a:off x="586800" y="5669280"/>
            <a:ext cx="2420280" cy="261720"/>
          </a:xfrm>
          <a:prstGeom prst="rect">
            <a:avLst/>
          </a:prstGeom>
          <a:noFill/>
          <a:ln w="0">
            <a:noFill/>
          </a:ln>
        </p:spPr>
        <p:style>
          <a:lnRef idx="0"/>
          <a:fillRef idx="0"/>
          <a:effectRef idx="0"/>
          <a:fontRef idx="minor"/>
        </p:style>
        <p:txBody>
          <a:bodyPr wrap="none" lIns="0" rIns="0" tIns="0" bIns="0" anchor="t">
            <a:noAutofit/>
          </a:bodyPr>
          <a:p>
            <a:pPr>
              <a:lnSpc>
                <a:spcPts val="2049"/>
              </a:lnSpc>
              <a:tabLst>
                <a:tab algn="l" pos="0"/>
              </a:tabLst>
            </a:pPr>
            <a:r>
              <a:rPr b="0" lang="en-US" sz="1650" strike="noStrike" u="none">
                <a:solidFill>
                  <a:srgbClr val="61615c"/>
                </a:solidFill>
                <a:effectLst/>
                <a:uFillTx/>
                <a:latin typeface="Tomorrow Semi Bold"/>
                <a:ea typeface="Tomorrow Semi Bold"/>
              </a:rPr>
              <a:t>Confirmación de Datos</a:t>
            </a:r>
            <a:endParaRPr b="0" lang="en-US" sz="1650" strike="noStrike" u="none">
              <a:solidFill>
                <a:srgbClr val="000000"/>
              </a:solidFill>
              <a:effectLst/>
              <a:uFillTx/>
              <a:latin typeface="Arial"/>
            </a:endParaRPr>
          </a:p>
        </p:txBody>
      </p:sp>
      <p:sp>
        <p:nvSpPr>
          <p:cNvPr id="92" name="Text 13"/>
          <p:cNvSpPr/>
          <p:nvPr/>
        </p:nvSpPr>
        <p:spPr>
          <a:xfrm>
            <a:off x="586800" y="6098760"/>
            <a:ext cx="7910280" cy="26784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b="0" lang="en-US" sz="1300" strike="noStrike" u="none">
                <a:solidFill>
                  <a:srgbClr val="61615c"/>
                </a:solidFill>
                <a:effectLst/>
                <a:uFillTx/>
                <a:latin typeface="Tomorrow"/>
                <a:ea typeface="Tomorrow"/>
              </a:rPr>
              <a:t>¿Los datos solicitados pertenecen exclusivamente a su empresa?</a:t>
            </a:r>
            <a:endParaRPr b="0" lang="en-US" sz="1300" strike="noStrike" u="none">
              <a:solidFill>
                <a:srgbClr val="000000"/>
              </a:solidFill>
              <a:effectLst/>
              <a:uFillTx/>
              <a:latin typeface="Arial"/>
            </a:endParaRPr>
          </a:p>
        </p:txBody>
      </p:sp>
      <p:sp>
        <p:nvSpPr>
          <p:cNvPr id="93" name="Text 14"/>
          <p:cNvSpPr/>
          <p:nvPr/>
        </p:nvSpPr>
        <p:spPr>
          <a:xfrm>
            <a:off x="586800" y="6681240"/>
            <a:ext cx="7910280" cy="803880"/>
          </a:xfrm>
          <a:prstGeom prst="rect">
            <a:avLst/>
          </a:prstGeom>
          <a:noFill/>
          <a:ln w="0">
            <a:noFill/>
          </a:ln>
        </p:spPr>
        <p:style>
          <a:lnRef idx="0"/>
          <a:fillRef idx="0"/>
          <a:effectRef idx="0"/>
          <a:fontRef idx="minor"/>
        </p:style>
        <p:txBody>
          <a:bodyPr lIns="0" rIns="0" tIns="0" bIns="0" anchor="t">
            <a:noAutofit/>
          </a:bodyPr>
          <a:p>
            <a:pPr>
              <a:lnSpc>
                <a:spcPts val="2100"/>
              </a:lnSpc>
              <a:tabLst>
                <a:tab algn="l" pos="0"/>
              </a:tabLst>
            </a:pPr>
            <a:r>
              <a:rPr b="0" lang="en-US" sz="1300" strike="noStrike" u="none">
                <a:solidFill>
                  <a:srgbClr val="61615c"/>
                </a:solidFill>
                <a:effectLst/>
                <a:uFillTx/>
                <a:latin typeface="Tomorrow"/>
                <a:ea typeface="Tomorrow"/>
              </a:rPr>
              <a:t>Solo si las tres respuestas son afirmativas, el sistema permite el acceso. Este proceso ocurre en milisegundos, de forma completamente transparente para el usuario, sin afectar la velocidad ni la experiencia.</a:t>
            </a:r>
            <a:endParaRPr b="0" lang="en-US" sz="1300" strike="noStrike" u="none">
              <a:solidFill>
                <a:srgbClr val="000000"/>
              </a:solidFill>
              <a:effectLst/>
              <a:uFillTx/>
              <a:latin typeface="Arial"/>
            </a:endParaRPr>
          </a:p>
        </p:txBody>
      </p:sp>
      <p:pic>
        <p:nvPicPr>
          <p:cNvPr id="94" name="Image 0" descr="preencoded.png"/>
          <p:cNvPicPr/>
          <p:nvPr/>
        </p:nvPicPr>
        <p:blipFill>
          <a:blip r:embed="rId1"/>
          <a:stretch/>
        </p:blipFill>
        <p:spPr>
          <a:xfrm>
            <a:off x="8913960" y="1557000"/>
            <a:ext cx="5136840" cy="5136840"/>
          </a:xfrm>
          <a:prstGeom prst="rect">
            <a:avLst/>
          </a:prstGeom>
          <a:noFill/>
          <a:ln w="0">
            <a:noFill/>
          </a:ln>
        </p:spPr>
      </p:pic>
      <p:pic>
        <p:nvPicPr>
          <p:cNvPr id="95" name="" descr=""/>
          <p:cNvPicPr/>
          <p:nvPr/>
        </p:nvPicPr>
        <p:blipFill>
          <a:blip r:embed="rId2"/>
          <a:stretch/>
        </p:blipFill>
        <p:spPr>
          <a:xfrm>
            <a:off x="9515880" y="7543800"/>
            <a:ext cx="5114520" cy="66636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Text 0"/>
          <p:cNvSpPr/>
          <p:nvPr/>
        </p:nvSpPr>
        <p:spPr>
          <a:xfrm>
            <a:off x="722880" y="935640"/>
            <a:ext cx="11280960" cy="645120"/>
          </a:xfrm>
          <a:prstGeom prst="rect">
            <a:avLst/>
          </a:prstGeom>
          <a:noFill/>
          <a:ln w="0">
            <a:noFill/>
          </a:ln>
        </p:spPr>
        <p:style>
          <a:lnRef idx="0"/>
          <a:fillRef idx="0"/>
          <a:effectRef idx="0"/>
          <a:fontRef idx="minor"/>
        </p:style>
        <p:txBody>
          <a:bodyPr wrap="none" lIns="0" rIns="0" tIns="0" bIns="0" anchor="t">
            <a:noAutofit/>
          </a:bodyPr>
          <a:p>
            <a:pPr>
              <a:lnSpc>
                <a:spcPts val="5051"/>
              </a:lnSpc>
              <a:tabLst>
                <a:tab algn="l" pos="0"/>
              </a:tabLst>
            </a:pPr>
            <a:r>
              <a:rPr b="0" lang="en-US" sz="4050" strike="noStrike" u="none">
                <a:solidFill>
                  <a:srgbClr val="1d1d1b"/>
                </a:solidFill>
                <a:effectLst/>
                <a:uFillTx/>
                <a:latin typeface="Tomorrow Semi Bold"/>
                <a:ea typeface="Tomorrow Semi Bold"/>
              </a:rPr>
              <a:t>Capas de Protección Tecnológica Avanzada</a:t>
            </a:r>
            <a:endParaRPr b="0" lang="en-US" sz="4050" strike="noStrike" u="none">
              <a:solidFill>
                <a:srgbClr val="000000"/>
              </a:solidFill>
              <a:effectLst/>
              <a:uFillTx/>
              <a:latin typeface="Arial"/>
            </a:endParaRPr>
          </a:p>
        </p:txBody>
      </p:sp>
      <p:sp>
        <p:nvSpPr>
          <p:cNvPr id="97" name="Text 1"/>
          <p:cNvSpPr/>
          <p:nvPr/>
        </p:nvSpPr>
        <p:spPr>
          <a:xfrm>
            <a:off x="722880" y="1993680"/>
            <a:ext cx="13184640" cy="660600"/>
          </a:xfrm>
          <a:prstGeom prst="rect">
            <a:avLst/>
          </a:prstGeom>
          <a:noFill/>
          <a:ln w="0">
            <a:noFill/>
          </a:ln>
        </p:spPr>
        <p:style>
          <a:lnRef idx="0"/>
          <a:fillRef idx="0"/>
          <a:effectRef idx="0"/>
          <a:fontRef idx="minor"/>
        </p:style>
        <p:txBody>
          <a:bodyPr lIns="0" rIns="0" tIns="0" bIns="0" anchor="t">
            <a:noAutofit/>
          </a:bodyPr>
          <a:p>
            <a:pPr>
              <a:lnSpc>
                <a:spcPts val="2599"/>
              </a:lnSpc>
              <a:tabLst>
                <a:tab algn="l" pos="0"/>
              </a:tabLst>
            </a:pPr>
            <a:r>
              <a:rPr b="0" lang="en-US" sz="1600" strike="noStrike" u="none">
                <a:solidFill>
                  <a:srgbClr val="61615c"/>
                </a:solidFill>
                <a:effectLst/>
                <a:uFillTx/>
                <a:latin typeface="Tomorrow"/>
                <a:ea typeface="Tomorrow"/>
              </a:rPr>
              <a:t>Aunque no necesita conocer los detalles técnicos complejos, le compartimos las múltiples capas de seguridad profesional implementadas para proteger su información empresarial las 24 horas del día:</a:t>
            </a:r>
            <a:endParaRPr b="0" lang="en-US" sz="1600" strike="noStrike" u="none">
              <a:solidFill>
                <a:srgbClr val="000000"/>
              </a:solidFill>
              <a:effectLst/>
              <a:uFillTx/>
              <a:latin typeface="Arial"/>
            </a:endParaRPr>
          </a:p>
        </p:txBody>
      </p:sp>
      <p:sp>
        <p:nvSpPr>
          <p:cNvPr id="98" name="Text 2"/>
          <p:cNvSpPr/>
          <p:nvPr/>
        </p:nvSpPr>
        <p:spPr>
          <a:xfrm>
            <a:off x="722880" y="3093480"/>
            <a:ext cx="3454200" cy="322200"/>
          </a:xfrm>
          <a:prstGeom prst="rect">
            <a:avLst/>
          </a:prstGeom>
          <a:noFill/>
          <a:ln w="0">
            <a:noFill/>
          </a:ln>
        </p:spPr>
        <p:style>
          <a:lnRef idx="0"/>
          <a:fillRef idx="0"/>
          <a:effectRef idx="0"/>
          <a:fontRef idx="minor"/>
        </p:style>
        <p:txBody>
          <a:bodyPr wrap="none" lIns="0" rIns="0" tIns="0" bIns="0" anchor="t">
            <a:noAutofit/>
          </a:bodyPr>
          <a:p>
            <a:pPr>
              <a:lnSpc>
                <a:spcPts val="2500"/>
              </a:lnSpc>
              <a:tabLst>
                <a:tab algn="l" pos="0"/>
              </a:tabLst>
            </a:pPr>
            <a:r>
              <a:rPr b="0" lang="en-US" sz="2000" strike="noStrike" u="none">
                <a:solidFill>
                  <a:srgbClr val="61615c"/>
                </a:solidFill>
                <a:effectLst/>
                <a:uFillTx/>
                <a:latin typeface="Tomorrow Semi Bold"/>
                <a:ea typeface="Tomorrow Semi Bold"/>
              </a:rPr>
              <a:t>Autenticación Multi-Factor</a:t>
            </a:r>
            <a:endParaRPr b="0" lang="en-US" sz="2000" strike="noStrike" u="none">
              <a:solidFill>
                <a:srgbClr val="000000"/>
              </a:solidFill>
              <a:effectLst/>
              <a:uFillTx/>
              <a:latin typeface="Arial"/>
            </a:endParaRPr>
          </a:p>
        </p:txBody>
      </p:sp>
      <p:sp>
        <p:nvSpPr>
          <p:cNvPr id="99" name="Text 3"/>
          <p:cNvSpPr/>
          <p:nvPr/>
        </p:nvSpPr>
        <p:spPr>
          <a:xfrm>
            <a:off x="722880" y="3540240"/>
            <a:ext cx="4222440" cy="1982880"/>
          </a:xfrm>
          <a:prstGeom prst="rect">
            <a:avLst/>
          </a:prstGeom>
          <a:noFill/>
          <a:ln w="0">
            <a:noFill/>
          </a:ln>
        </p:spPr>
        <p:style>
          <a:lnRef idx="0"/>
          <a:fillRef idx="0"/>
          <a:effectRef idx="0"/>
          <a:fontRef idx="minor"/>
        </p:style>
        <p:txBody>
          <a:bodyPr lIns="0" rIns="0" tIns="0" bIns="0" anchor="t">
            <a:noAutofit/>
          </a:bodyPr>
          <a:p>
            <a:pPr>
              <a:lnSpc>
                <a:spcPts val="2599"/>
              </a:lnSpc>
              <a:tabLst>
                <a:tab algn="l" pos="0"/>
              </a:tabLst>
            </a:pPr>
            <a:r>
              <a:rPr b="0" lang="en-US" sz="1600" strike="noStrike" u="none">
                <a:solidFill>
                  <a:srgbClr val="61615c"/>
                </a:solidFill>
                <a:effectLst/>
                <a:uFillTx/>
                <a:latin typeface="Tomorrow"/>
                <a:ea typeface="Tomorrow"/>
              </a:rPr>
              <a:t>Contraseñas encriptadas con BCrypt (imposibles de descifrar incluso con supercomputadoras), tokens de sesión temporales que expiran automáticamente, y verificación de identidad en cada acción crítica.</a:t>
            </a:r>
            <a:endParaRPr b="0" lang="en-US" sz="1600" strike="noStrike" u="none">
              <a:solidFill>
                <a:srgbClr val="000000"/>
              </a:solidFill>
              <a:effectLst/>
              <a:uFillTx/>
              <a:latin typeface="Arial"/>
            </a:endParaRPr>
          </a:p>
        </p:txBody>
      </p:sp>
      <p:sp>
        <p:nvSpPr>
          <p:cNvPr id="100" name="Text 4"/>
          <p:cNvSpPr/>
          <p:nvPr/>
        </p:nvSpPr>
        <p:spPr>
          <a:xfrm>
            <a:off x="5203800" y="3093480"/>
            <a:ext cx="3021480" cy="322200"/>
          </a:xfrm>
          <a:prstGeom prst="rect">
            <a:avLst/>
          </a:prstGeom>
          <a:noFill/>
          <a:ln w="0">
            <a:noFill/>
          </a:ln>
        </p:spPr>
        <p:style>
          <a:lnRef idx="0"/>
          <a:fillRef idx="0"/>
          <a:effectRef idx="0"/>
          <a:fontRef idx="minor"/>
        </p:style>
        <p:txBody>
          <a:bodyPr wrap="none" lIns="0" rIns="0" tIns="0" bIns="0" anchor="t">
            <a:noAutofit/>
          </a:bodyPr>
          <a:p>
            <a:pPr>
              <a:lnSpc>
                <a:spcPts val="2500"/>
              </a:lnSpc>
              <a:tabLst>
                <a:tab algn="l" pos="0"/>
              </a:tabLst>
            </a:pPr>
            <a:r>
              <a:rPr b="0" lang="en-US" sz="2000" strike="noStrike" u="none">
                <a:solidFill>
                  <a:srgbClr val="61615c"/>
                </a:solidFill>
                <a:effectLst/>
                <a:uFillTx/>
                <a:latin typeface="Tomorrow Semi Bold"/>
                <a:ea typeface="Tomorrow Semi Bold"/>
              </a:rPr>
              <a:t>Protección de Archivos</a:t>
            </a:r>
            <a:endParaRPr b="0" lang="en-US" sz="2000" strike="noStrike" u="none">
              <a:solidFill>
                <a:srgbClr val="000000"/>
              </a:solidFill>
              <a:effectLst/>
              <a:uFillTx/>
              <a:latin typeface="Arial"/>
            </a:endParaRPr>
          </a:p>
        </p:txBody>
      </p:sp>
      <p:sp>
        <p:nvSpPr>
          <p:cNvPr id="101" name="Text 5"/>
          <p:cNvSpPr/>
          <p:nvPr/>
        </p:nvSpPr>
        <p:spPr>
          <a:xfrm>
            <a:off x="5203800" y="3540240"/>
            <a:ext cx="4222440" cy="1652400"/>
          </a:xfrm>
          <a:prstGeom prst="rect">
            <a:avLst/>
          </a:prstGeom>
          <a:noFill/>
          <a:ln w="0">
            <a:noFill/>
          </a:ln>
        </p:spPr>
        <p:style>
          <a:lnRef idx="0"/>
          <a:fillRef idx="0"/>
          <a:effectRef idx="0"/>
          <a:fontRef idx="minor"/>
        </p:style>
        <p:txBody>
          <a:bodyPr lIns="0" rIns="0" tIns="0" bIns="0" anchor="t">
            <a:noAutofit/>
          </a:bodyPr>
          <a:p>
            <a:pPr>
              <a:lnSpc>
                <a:spcPts val="2599"/>
              </a:lnSpc>
              <a:tabLst>
                <a:tab algn="l" pos="0"/>
              </a:tabLst>
            </a:pPr>
            <a:r>
              <a:rPr b="0" lang="en-US" sz="1600" strike="noStrike" u="none">
                <a:solidFill>
                  <a:srgbClr val="61615c"/>
                </a:solidFill>
                <a:effectLst/>
                <a:uFillTx/>
                <a:latin typeface="Tomorrow"/>
                <a:ea typeface="Tomorrow"/>
              </a:rPr>
              <a:t>Sistema de almacenamiento aislado mediante MinIO, URLs de acceso temporal que expiran en 1 hora, y escaneo antivirus automático con ClamAV en cada archivo cargado.</a:t>
            </a:r>
            <a:endParaRPr b="0" lang="en-US" sz="1600" strike="noStrike" u="none">
              <a:solidFill>
                <a:srgbClr val="000000"/>
              </a:solidFill>
              <a:effectLst/>
              <a:uFillTx/>
              <a:latin typeface="Arial"/>
            </a:endParaRPr>
          </a:p>
        </p:txBody>
      </p:sp>
      <p:sp>
        <p:nvSpPr>
          <p:cNvPr id="102" name="Text 6"/>
          <p:cNvSpPr/>
          <p:nvPr/>
        </p:nvSpPr>
        <p:spPr>
          <a:xfrm>
            <a:off x="9684720" y="3093480"/>
            <a:ext cx="2581200" cy="322200"/>
          </a:xfrm>
          <a:prstGeom prst="rect">
            <a:avLst/>
          </a:prstGeom>
          <a:noFill/>
          <a:ln w="0">
            <a:noFill/>
          </a:ln>
        </p:spPr>
        <p:style>
          <a:lnRef idx="0"/>
          <a:fillRef idx="0"/>
          <a:effectRef idx="0"/>
          <a:fontRef idx="minor"/>
        </p:style>
        <p:txBody>
          <a:bodyPr wrap="none" lIns="0" rIns="0" tIns="0" bIns="0" anchor="t">
            <a:noAutofit/>
          </a:bodyPr>
          <a:p>
            <a:pPr>
              <a:lnSpc>
                <a:spcPts val="2500"/>
              </a:lnSpc>
              <a:tabLst>
                <a:tab algn="l" pos="0"/>
              </a:tabLst>
            </a:pPr>
            <a:r>
              <a:rPr b="0" lang="en-US" sz="2000" strike="noStrike" u="none">
                <a:solidFill>
                  <a:srgbClr val="61615c"/>
                </a:solidFill>
                <a:effectLst/>
                <a:uFillTx/>
                <a:latin typeface="Tomorrow Semi Bold"/>
                <a:ea typeface="Tomorrow Semi Bold"/>
              </a:rPr>
              <a:t>Auditoría Completa</a:t>
            </a:r>
            <a:endParaRPr b="0" lang="en-US" sz="2000" strike="noStrike" u="none">
              <a:solidFill>
                <a:srgbClr val="000000"/>
              </a:solidFill>
              <a:effectLst/>
              <a:uFillTx/>
              <a:latin typeface="Arial"/>
            </a:endParaRPr>
          </a:p>
        </p:txBody>
      </p:sp>
      <p:sp>
        <p:nvSpPr>
          <p:cNvPr id="103" name="Text 7"/>
          <p:cNvSpPr/>
          <p:nvPr/>
        </p:nvSpPr>
        <p:spPr>
          <a:xfrm>
            <a:off x="9684720" y="3540240"/>
            <a:ext cx="4222440" cy="1652400"/>
          </a:xfrm>
          <a:prstGeom prst="rect">
            <a:avLst/>
          </a:prstGeom>
          <a:noFill/>
          <a:ln w="0">
            <a:noFill/>
          </a:ln>
        </p:spPr>
        <p:style>
          <a:lnRef idx="0"/>
          <a:fillRef idx="0"/>
          <a:effectRef idx="0"/>
          <a:fontRef idx="minor"/>
        </p:style>
        <p:txBody>
          <a:bodyPr lIns="0" rIns="0" tIns="0" bIns="0" anchor="t">
            <a:noAutofit/>
          </a:bodyPr>
          <a:p>
            <a:pPr>
              <a:lnSpc>
                <a:spcPts val="2599"/>
              </a:lnSpc>
              <a:tabLst>
                <a:tab algn="l" pos="0"/>
              </a:tabLst>
            </a:pPr>
            <a:r>
              <a:rPr b="0" lang="en-US" sz="1600" strike="noStrike" u="none">
                <a:solidFill>
                  <a:srgbClr val="61615c"/>
                </a:solidFill>
                <a:effectLst/>
                <a:uFillTx/>
                <a:latin typeface="Tomorrow"/>
                <a:ea typeface="Tomorrow"/>
              </a:rPr>
              <a:t>Registro detallado de cada inicio de sesión, historial completo de cambios importantes con timestamp, y alertas automáticas de actividad sospechosa o inusual.</a:t>
            </a:r>
            <a:endParaRPr b="0" lang="en-US" sz="1600" strike="noStrike" u="none">
              <a:solidFill>
                <a:srgbClr val="000000"/>
              </a:solidFill>
              <a:effectLst/>
              <a:uFillTx/>
              <a:latin typeface="Arial"/>
            </a:endParaRPr>
          </a:p>
        </p:txBody>
      </p:sp>
      <p:sp>
        <p:nvSpPr>
          <p:cNvPr id="104" name="Shape 8"/>
          <p:cNvSpPr/>
          <p:nvPr/>
        </p:nvSpPr>
        <p:spPr>
          <a:xfrm>
            <a:off x="722880" y="5755320"/>
            <a:ext cx="13184640" cy="1538280"/>
          </a:xfrm>
          <a:prstGeom prst="roundRect">
            <a:avLst>
              <a:gd name="adj" fmla="val 2013"/>
            </a:avLst>
          </a:prstGeom>
          <a:solidFill>
            <a:srgbClr val="dadad7"/>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105" name="Image 0" descr="preencoded.png"/>
          <p:cNvPicPr/>
          <p:nvPr/>
        </p:nvPicPr>
        <p:blipFill>
          <a:blip r:embed="rId1"/>
          <a:stretch/>
        </p:blipFill>
        <p:spPr>
          <a:xfrm>
            <a:off x="929160" y="6076440"/>
            <a:ext cx="257760" cy="205920"/>
          </a:xfrm>
          <a:prstGeom prst="rect">
            <a:avLst/>
          </a:prstGeom>
          <a:noFill/>
          <a:ln w="0">
            <a:noFill/>
          </a:ln>
        </p:spPr>
      </p:pic>
      <p:sp>
        <p:nvSpPr>
          <p:cNvPr id="106" name="Text 9"/>
          <p:cNvSpPr/>
          <p:nvPr/>
        </p:nvSpPr>
        <p:spPr>
          <a:xfrm>
            <a:off x="1393920" y="6013440"/>
            <a:ext cx="12306960" cy="991080"/>
          </a:xfrm>
          <a:prstGeom prst="rect">
            <a:avLst/>
          </a:prstGeom>
          <a:noFill/>
          <a:ln w="0">
            <a:noFill/>
          </a:ln>
        </p:spPr>
        <p:style>
          <a:lnRef idx="0"/>
          <a:fillRef idx="0"/>
          <a:effectRef idx="0"/>
          <a:fontRef idx="minor"/>
        </p:style>
        <p:txBody>
          <a:bodyPr lIns="0" rIns="0" tIns="0" bIns="0" anchor="t">
            <a:noAutofit/>
          </a:bodyPr>
          <a:p>
            <a:pPr>
              <a:lnSpc>
                <a:spcPts val="2599"/>
              </a:lnSpc>
              <a:tabLst>
                <a:tab algn="l" pos="0"/>
              </a:tabLst>
            </a:pPr>
            <a:r>
              <a:rPr b="1" lang="en-US" sz="1600" strike="noStrike" u="none">
                <a:solidFill>
                  <a:srgbClr val="000000"/>
                </a:solidFill>
                <a:effectLst/>
                <a:uFillTx/>
                <a:latin typeface="Tomorrow"/>
                <a:ea typeface="Tomorrow"/>
              </a:rPr>
              <a:t>Protección Antivirus Automática:</a:t>
            </a:r>
            <a:r>
              <a:rPr b="0" lang="en-US" sz="1600" strike="noStrike" u="none">
                <a:solidFill>
                  <a:srgbClr val="000000"/>
                </a:solidFill>
                <a:effectLst/>
                <a:uFillTx/>
                <a:latin typeface="Tomorrow"/>
                <a:ea typeface="Tomorrow"/>
              </a:rPr>
              <a:t> Cada archivo que se sube al sistema es interceptado y escaneado antes de guardarse. Solo los archivos completamente limpios y seguros se almacenan en su carpeta empresarial. Si un archivo es rechazado, es una protección activa, no un error del sistema.</a:t>
            </a:r>
            <a:endParaRPr b="0" lang="en-US" sz="1600" strike="noStrike" u="none">
              <a:solidFill>
                <a:srgbClr val="000000"/>
              </a:solidFill>
              <a:effectLst/>
              <a:uFillTx/>
              <a:latin typeface="Arial"/>
            </a:endParaRPr>
          </a:p>
        </p:txBody>
      </p:sp>
      <p:pic>
        <p:nvPicPr>
          <p:cNvPr id="107" name="" descr=""/>
          <p:cNvPicPr/>
          <p:nvPr/>
        </p:nvPicPr>
        <p:blipFill>
          <a:blip r:embed="rId2"/>
          <a:stretch/>
        </p:blipFill>
        <p:spPr>
          <a:xfrm>
            <a:off x="9515880" y="7543800"/>
            <a:ext cx="5114520" cy="66636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Text 0"/>
          <p:cNvSpPr/>
          <p:nvPr/>
        </p:nvSpPr>
        <p:spPr>
          <a:xfrm>
            <a:off x="659520" y="803880"/>
            <a:ext cx="10671840" cy="588600"/>
          </a:xfrm>
          <a:prstGeom prst="rect">
            <a:avLst/>
          </a:prstGeom>
          <a:noFill/>
          <a:ln w="0">
            <a:noFill/>
          </a:ln>
        </p:spPr>
        <p:style>
          <a:lnRef idx="0"/>
          <a:fillRef idx="0"/>
          <a:effectRef idx="0"/>
          <a:fontRef idx="minor"/>
        </p:style>
        <p:txBody>
          <a:bodyPr wrap="none" lIns="0" rIns="0" tIns="0" bIns="0" anchor="t">
            <a:noAutofit/>
          </a:bodyPr>
          <a:p>
            <a:pPr>
              <a:lnSpc>
                <a:spcPts val="4601"/>
              </a:lnSpc>
              <a:tabLst>
                <a:tab algn="l" pos="0"/>
              </a:tabLst>
            </a:pPr>
            <a:r>
              <a:rPr b="0" lang="en-US" sz="3700" strike="noStrike" u="none">
                <a:solidFill>
                  <a:srgbClr val="1d1d1b"/>
                </a:solidFill>
                <a:effectLst/>
                <a:uFillTx/>
                <a:latin typeface="Tomorrow Semi Bold"/>
                <a:ea typeface="Tomorrow Semi Bold"/>
              </a:rPr>
              <a:t>Su Información Está Completamente Segura</a:t>
            </a:r>
            <a:endParaRPr b="0" lang="en-US" sz="3700" strike="noStrike" u="none">
              <a:solidFill>
                <a:srgbClr val="000000"/>
              </a:solidFill>
              <a:effectLst/>
              <a:uFillTx/>
              <a:latin typeface="Arial"/>
            </a:endParaRPr>
          </a:p>
        </p:txBody>
      </p:sp>
      <p:sp>
        <p:nvSpPr>
          <p:cNvPr id="109" name="Shape 1"/>
          <p:cNvSpPr/>
          <p:nvPr/>
        </p:nvSpPr>
        <p:spPr>
          <a:xfrm>
            <a:off x="659520" y="1769760"/>
            <a:ext cx="13311000" cy="4416480"/>
          </a:xfrm>
          <a:prstGeom prst="roundRect">
            <a:avLst>
              <a:gd name="adj" fmla="val 640"/>
            </a:avLst>
          </a:prstGeom>
          <a:noFill/>
          <a:ln w="7620">
            <a:solidFill>
              <a:srgbClr val="000000">
                <a:alpha val="8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0" name="Shape 2"/>
          <p:cNvSpPr/>
          <p:nvPr/>
        </p:nvSpPr>
        <p:spPr>
          <a:xfrm>
            <a:off x="667080" y="1777320"/>
            <a:ext cx="13295520" cy="542160"/>
          </a:xfrm>
          <a:prstGeom prst="rect">
            <a:avLst/>
          </a:prstGeom>
          <a:solidFill>
            <a:srgbClr val="ffffff">
              <a:alpha val="4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1" name="Text 3"/>
          <p:cNvSpPr/>
          <p:nvPr/>
        </p:nvSpPr>
        <p:spPr>
          <a:xfrm>
            <a:off x="855720" y="1897920"/>
            <a:ext cx="4937040" cy="30096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1" lang="en-US" sz="1450" strike="noStrike" u="none">
                <a:solidFill>
                  <a:srgbClr val="61615c"/>
                </a:solidFill>
                <a:effectLst/>
                <a:uFillTx/>
                <a:latin typeface="Tomorrow"/>
                <a:ea typeface="Tomorrow"/>
              </a:rPr>
              <a:t>Protección Implementada</a:t>
            </a:r>
            <a:endParaRPr b="0" lang="en-US" sz="1450" strike="noStrike" u="none">
              <a:solidFill>
                <a:srgbClr val="000000"/>
              </a:solidFill>
              <a:effectLst/>
              <a:uFillTx/>
              <a:latin typeface="Arial"/>
            </a:endParaRPr>
          </a:p>
        </p:txBody>
      </p:sp>
      <p:sp>
        <p:nvSpPr>
          <p:cNvPr id="112" name="Text 4"/>
          <p:cNvSpPr/>
          <p:nvPr/>
        </p:nvSpPr>
        <p:spPr>
          <a:xfrm>
            <a:off x="6177960" y="1897920"/>
            <a:ext cx="7596360" cy="30096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1" lang="en-US" sz="1450" strike="noStrike" u="none">
                <a:solidFill>
                  <a:srgbClr val="61615c"/>
                </a:solidFill>
                <a:effectLst/>
                <a:uFillTx/>
                <a:latin typeface="Tomorrow"/>
                <a:ea typeface="Tomorrow"/>
              </a:rPr>
              <a:t>Beneficio Directo para Usted</a:t>
            </a:r>
            <a:endParaRPr b="0" lang="en-US" sz="1450" strike="noStrike" u="none">
              <a:solidFill>
                <a:srgbClr val="000000"/>
              </a:solidFill>
              <a:effectLst/>
              <a:uFillTx/>
              <a:latin typeface="Arial"/>
            </a:endParaRPr>
          </a:p>
        </p:txBody>
      </p:sp>
      <p:sp>
        <p:nvSpPr>
          <p:cNvPr id="113" name="Shape 5"/>
          <p:cNvSpPr/>
          <p:nvPr/>
        </p:nvSpPr>
        <p:spPr>
          <a:xfrm>
            <a:off x="667080" y="2320200"/>
            <a:ext cx="13295520" cy="843840"/>
          </a:xfrm>
          <a:prstGeom prst="rect">
            <a:avLst/>
          </a:prstGeom>
          <a:solidFill>
            <a:srgbClr val="000000">
              <a:alpha val="4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14" name="Text 6"/>
          <p:cNvSpPr/>
          <p:nvPr/>
        </p:nvSpPr>
        <p:spPr>
          <a:xfrm>
            <a:off x="855720" y="2440800"/>
            <a:ext cx="4937040" cy="30096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0" lang="en-US" sz="1450" strike="noStrike" u="none">
                <a:solidFill>
                  <a:srgbClr val="61615c"/>
                </a:solidFill>
                <a:effectLst/>
                <a:uFillTx/>
                <a:latin typeface="Tomorrow"/>
                <a:ea typeface="Tomorrow"/>
              </a:rPr>
              <a:t>Aislamiento por Empresa</a:t>
            </a:r>
            <a:endParaRPr b="0" lang="en-US" sz="1450" strike="noStrike" u="none">
              <a:solidFill>
                <a:srgbClr val="000000"/>
              </a:solidFill>
              <a:effectLst/>
              <a:uFillTx/>
              <a:latin typeface="Arial"/>
            </a:endParaRPr>
          </a:p>
        </p:txBody>
      </p:sp>
      <p:sp>
        <p:nvSpPr>
          <p:cNvPr id="115" name="Text 7"/>
          <p:cNvSpPr/>
          <p:nvPr/>
        </p:nvSpPr>
        <p:spPr>
          <a:xfrm>
            <a:off x="6177960" y="2440800"/>
            <a:ext cx="7596360" cy="60264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0" lang="en-US" sz="1450" strike="noStrike" u="none">
                <a:solidFill>
                  <a:srgbClr val="61615c"/>
                </a:solidFill>
                <a:effectLst/>
                <a:uFillTx/>
                <a:latin typeface="Tomorrow"/>
                <a:ea typeface="Tomorrow"/>
              </a:rPr>
              <a:t>Sus datos NUNCA se mezclan con los de otras organizaciones bajo ninguna circunstancia</a:t>
            </a:r>
            <a:endParaRPr b="0" lang="en-US" sz="1450" strike="noStrike" u="none">
              <a:solidFill>
                <a:srgbClr val="000000"/>
              </a:solidFill>
              <a:effectLst/>
              <a:uFillTx/>
              <a:latin typeface="Arial"/>
            </a:endParaRPr>
          </a:p>
        </p:txBody>
      </p:sp>
      <p:sp>
        <p:nvSpPr>
          <p:cNvPr id="116" name="Shape 8"/>
          <p:cNvSpPr/>
          <p:nvPr/>
        </p:nvSpPr>
        <p:spPr>
          <a:xfrm>
            <a:off x="667080" y="3164400"/>
            <a:ext cx="13295520" cy="542160"/>
          </a:xfrm>
          <a:prstGeom prst="rect">
            <a:avLst/>
          </a:prstGeom>
          <a:solidFill>
            <a:srgbClr val="ffffff">
              <a:alpha val="4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7" name="Text 9"/>
          <p:cNvSpPr/>
          <p:nvPr/>
        </p:nvSpPr>
        <p:spPr>
          <a:xfrm>
            <a:off x="855720" y="3285000"/>
            <a:ext cx="4937040" cy="30096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0" lang="en-US" sz="1450" strike="noStrike" u="none">
                <a:solidFill>
                  <a:srgbClr val="61615c"/>
                </a:solidFill>
                <a:effectLst/>
                <a:uFillTx/>
                <a:latin typeface="Tomorrow"/>
                <a:ea typeface="Tomorrow"/>
              </a:rPr>
              <a:t>Roles y Permisos Granulares</a:t>
            </a:r>
            <a:endParaRPr b="0" lang="en-US" sz="1450" strike="noStrike" u="none">
              <a:solidFill>
                <a:srgbClr val="000000"/>
              </a:solidFill>
              <a:effectLst/>
              <a:uFillTx/>
              <a:latin typeface="Arial"/>
            </a:endParaRPr>
          </a:p>
        </p:txBody>
      </p:sp>
      <p:sp>
        <p:nvSpPr>
          <p:cNvPr id="118" name="Text 10"/>
          <p:cNvSpPr/>
          <p:nvPr/>
        </p:nvSpPr>
        <p:spPr>
          <a:xfrm>
            <a:off x="6177960" y="3285000"/>
            <a:ext cx="7596360" cy="30096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0" lang="en-US" sz="1450" strike="noStrike" u="none">
                <a:solidFill>
                  <a:srgbClr val="61615c"/>
                </a:solidFill>
                <a:effectLst/>
                <a:uFillTx/>
                <a:latin typeface="Tomorrow"/>
                <a:ea typeface="Tomorrow"/>
              </a:rPr>
              <a:t>Usted decide exactamente quién ve qué información y qué acciones puede realizar</a:t>
            </a:r>
            <a:endParaRPr b="0" lang="en-US" sz="1450" strike="noStrike" u="none">
              <a:solidFill>
                <a:srgbClr val="000000"/>
              </a:solidFill>
              <a:effectLst/>
              <a:uFillTx/>
              <a:latin typeface="Arial"/>
            </a:endParaRPr>
          </a:p>
        </p:txBody>
      </p:sp>
      <p:sp>
        <p:nvSpPr>
          <p:cNvPr id="119" name="Shape 11"/>
          <p:cNvSpPr/>
          <p:nvPr/>
        </p:nvSpPr>
        <p:spPr>
          <a:xfrm>
            <a:off x="667080" y="3706920"/>
            <a:ext cx="13295520" cy="843840"/>
          </a:xfrm>
          <a:prstGeom prst="rect">
            <a:avLst/>
          </a:prstGeom>
          <a:solidFill>
            <a:srgbClr val="000000">
              <a:alpha val="4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20" name="Text 12"/>
          <p:cNvSpPr/>
          <p:nvPr/>
        </p:nvSpPr>
        <p:spPr>
          <a:xfrm>
            <a:off x="855720" y="3827520"/>
            <a:ext cx="4937040" cy="30096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0" lang="en-US" sz="1450" strike="noStrike" u="none">
                <a:solidFill>
                  <a:srgbClr val="61615c"/>
                </a:solidFill>
                <a:effectLst/>
                <a:uFillTx/>
                <a:latin typeface="Tomorrow"/>
                <a:ea typeface="Tomorrow"/>
              </a:rPr>
              <a:t>Encriptación Avanzada</a:t>
            </a:r>
            <a:endParaRPr b="0" lang="en-US" sz="1450" strike="noStrike" u="none">
              <a:solidFill>
                <a:srgbClr val="000000"/>
              </a:solidFill>
              <a:effectLst/>
              <a:uFillTx/>
              <a:latin typeface="Arial"/>
            </a:endParaRPr>
          </a:p>
        </p:txBody>
      </p:sp>
      <p:sp>
        <p:nvSpPr>
          <p:cNvPr id="121" name="Text 13"/>
          <p:cNvSpPr/>
          <p:nvPr/>
        </p:nvSpPr>
        <p:spPr>
          <a:xfrm>
            <a:off x="6177960" y="3827520"/>
            <a:ext cx="7596360" cy="60264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0" lang="en-US" sz="1450" strike="noStrike" u="none">
                <a:solidFill>
                  <a:srgbClr val="61615c"/>
                </a:solidFill>
                <a:effectLst/>
                <a:uFillTx/>
                <a:latin typeface="Tomorrow"/>
                <a:ea typeface="Tomorrow"/>
              </a:rPr>
              <a:t>Las contraseñas son completamente ilegibles, incluso para nosotros como proveedores</a:t>
            </a:r>
            <a:endParaRPr b="0" lang="en-US" sz="1450" strike="noStrike" u="none">
              <a:solidFill>
                <a:srgbClr val="000000"/>
              </a:solidFill>
              <a:effectLst/>
              <a:uFillTx/>
              <a:latin typeface="Arial"/>
            </a:endParaRPr>
          </a:p>
        </p:txBody>
      </p:sp>
      <p:sp>
        <p:nvSpPr>
          <p:cNvPr id="122" name="Shape 14"/>
          <p:cNvSpPr/>
          <p:nvPr/>
        </p:nvSpPr>
        <p:spPr>
          <a:xfrm>
            <a:off x="667080" y="4551120"/>
            <a:ext cx="13295520" cy="542160"/>
          </a:xfrm>
          <a:prstGeom prst="rect">
            <a:avLst/>
          </a:prstGeom>
          <a:solidFill>
            <a:srgbClr val="ffffff">
              <a:alpha val="4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23" name="Text 15"/>
          <p:cNvSpPr/>
          <p:nvPr/>
        </p:nvSpPr>
        <p:spPr>
          <a:xfrm>
            <a:off x="855720" y="4671720"/>
            <a:ext cx="4937040" cy="30096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0" lang="en-US" sz="1450" strike="noStrike" u="none">
                <a:solidFill>
                  <a:srgbClr val="61615c"/>
                </a:solidFill>
                <a:effectLst/>
                <a:uFillTx/>
                <a:latin typeface="Tomorrow"/>
                <a:ea typeface="Tomorrow"/>
              </a:rPr>
              <a:t>Copias de Seguridad Automáticas</a:t>
            </a:r>
            <a:endParaRPr b="0" lang="en-US" sz="1450" strike="noStrike" u="none">
              <a:solidFill>
                <a:srgbClr val="000000"/>
              </a:solidFill>
              <a:effectLst/>
              <a:uFillTx/>
              <a:latin typeface="Arial"/>
            </a:endParaRPr>
          </a:p>
        </p:txBody>
      </p:sp>
      <p:sp>
        <p:nvSpPr>
          <p:cNvPr id="124" name="Text 16"/>
          <p:cNvSpPr/>
          <p:nvPr/>
        </p:nvSpPr>
        <p:spPr>
          <a:xfrm>
            <a:off x="6177960" y="4671720"/>
            <a:ext cx="7596360" cy="30096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0" lang="en-US" sz="1450" strike="noStrike" u="none">
                <a:solidFill>
                  <a:srgbClr val="61615c"/>
                </a:solidFill>
                <a:effectLst/>
                <a:uFillTx/>
                <a:latin typeface="Tomorrow"/>
                <a:ea typeface="Tomorrow"/>
              </a:rPr>
              <a:t>Sus datos están respaldados automáticamente en múltiples ubicaciones seguras</a:t>
            </a:r>
            <a:endParaRPr b="0" lang="en-US" sz="1450" strike="noStrike" u="none">
              <a:solidFill>
                <a:srgbClr val="000000"/>
              </a:solidFill>
              <a:effectLst/>
              <a:uFillTx/>
              <a:latin typeface="Arial"/>
            </a:endParaRPr>
          </a:p>
        </p:txBody>
      </p:sp>
      <p:sp>
        <p:nvSpPr>
          <p:cNvPr id="125" name="Shape 17"/>
          <p:cNvSpPr/>
          <p:nvPr/>
        </p:nvSpPr>
        <p:spPr>
          <a:xfrm>
            <a:off x="667080" y="5094000"/>
            <a:ext cx="13295520" cy="542160"/>
          </a:xfrm>
          <a:prstGeom prst="rect">
            <a:avLst/>
          </a:prstGeom>
          <a:solidFill>
            <a:srgbClr val="000000">
              <a:alpha val="4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26" name="Text 18"/>
          <p:cNvSpPr/>
          <p:nvPr/>
        </p:nvSpPr>
        <p:spPr>
          <a:xfrm>
            <a:off x="855720" y="5214600"/>
            <a:ext cx="4937040" cy="30096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0" lang="en-US" sz="1450" strike="noStrike" u="none">
                <a:solidFill>
                  <a:srgbClr val="61615c"/>
                </a:solidFill>
                <a:effectLst/>
                <a:uFillTx/>
                <a:latin typeface="Tomorrow"/>
                <a:ea typeface="Tomorrow"/>
              </a:rPr>
              <a:t>Sistema de Auditoría</a:t>
            </a:r>
            <a:endParaRPr b="0" lang="en-US" sz="1450" strike="noStrike" u="none">
              <a:solidFill>
                <a:srgbClr val="000000"/>
              </a:solidFill>
              <a:effectLst/>
              <a:uFillTx/>
              <a:latin typeface="Arial"/>
            </a:endParaRPr>
          </a:p>
        </p:txBody>
      </p:sp>
      <p:sp>
        <p:nvSpPr>
          <p:cNvPr id="127" name="Text 19"/>
          <p:cNvSpPr/>
          <p:nvPr/>
        </p:nvSpPr>
        <p:spPr>
          <a:xfrm>
            <a:off x="6177960" y="5214600"/>
            <a:ext cx="7596360" cy="30096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0" lang="en-US" sz="1450" strike="noStrike" u="none">
                <a:solidFill>
                  <a:srgbClr val="61615c"/>
                </a:solidFill>
                <a:effectLst/>
                <a:uFillTx/>
                <a:latin typeface="Tomorrow"/>
                <a:ea typeface="Tomorrow"/>
              </a:rPr>
              <a:t>Puede rastrear quién accedió a qué información y cuándo lo hizo</a:t>
            </a:r>
            <a:endParaRPr b="0" lang="en-US" sz="1450" strike="noStrike" u="none">
              <a:solidFill>
                <a:srgbClr val="000000"/>
              </a:solidFill>
              <a:effectLst/>
              <a:uFillTx/>
              <a:latin typeface="Arial"/>
            </a:endParaRPr>
          </a:p>
        </p:txBody>
      </p:sp>
      <p:sp>
        <p:nvSpPr>
          <p:cNvPr id="128" name="Shape 20"/>
          <p:cNvSpPr/>
          <p:nvPr/>
        </p:nvSpPr>
        <p:spPr>
          <a:xfrm>
            <a:off x="667080" y="5636520"/>
            <a:ext cx="13295520" cy="542160"/>
          </a:xfrm>
          <a:prstGeom prst="rect">
            <a:avLst/>
          </a:prstGeom>
          <a:solidFill>
            <a:srgbClr val="ffffff">
              <a:alpha val="4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29" name="Text 21"/>
          <p:cNvSpPr/>
          <p:nvPr/>
        </p:nvSpPr>
        <p:spPr>
          <a:xfrm>
            <a:off x="855720" y="5757120"/>
            <a:ext cx="4937040" cy="30096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0" lang="en-US" sz="1450" strike="noStrike" u="none">
                <a:solidFill>
                  <a:srgbClr val="61615c"/>
                </a:solidFill>
                <a:effectLst/>
                <a:uFillTx/>
                <a:latin typeface="Tomorrow"/>
                <a:ea typeface="Tomorrow"/>
              </a:rPr>
              <a:t>Actualizaciones Continuas</a:t>
            </a:r>
            <a:endParaRPr b="0" lang="en-US" sz="1450" strike="noStrike" u="none">
              <a:solidFill>
                <a:srgbClr val="000000"/>
              </a:solidFill>
              <a:effectLst/>
              <a:uFillTx/>
              <a:latin typeface="Arial"/>
            </a:endParaRPr>
          </a:p>
        </p:txBody>
      </p:sp>
      <p:sp>
        <p:nvSpPr>
          <p:cNvPr id="130" name="Text 22"/>
          <p:cNvSpPr/>
          <p:nvPr/>
        </p:nvSpPr>
        <p:spPr>
          <a:xfrm>
            <a:off x="6177960" y="5757120"/>
            <a:ext cx="7596360" cy="30096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0" lang="en-US" sz="1450" strike="noStrike" u="none">
                <a:solidFill>
                  <a:srgbClr val="61615c"/>
                </a:solidFill>
                <a:effectLst/>
                <a:uFillTx/>
                <a:latin typeface="Tomorrow"/>
                <a:ea typeface="Tomorrow"/>
              </a:rPr>
              <a:t>Protección constante y proactiva contra las amenazas más recientes</a:t>
            </a:r>
            <a:endParaRPr b="0" lang="en-US" sz="1450" strike="noStrike" u="none">
              <a:solidFill>
                <a:srgbClr val="000000"/>
              </a:solidFill>
              <a:effectLst/>
              <a:uFillTx/>
              <a:latin typeface="Arial"/>
            </a:endParaRPr>
          </a:p>
        </p:txBody>
      </p:sp>
      <p:sp>
        <p:nvSpPr>
          <p:cNvPr id="131" name="Text 23"/>
          <p:cNvSpPr/>
          <p:nvPr/>
        </p:nvSpPr>
        <p:spPr>
          <a:xfrm>
            <a:off x="942120" y="6610680"/>
            <a:ext cx="13028040" cy="60264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0" lang="en-US" sz="1450" strike="noStrike" u="none">
                <a:solidFill>
                  <a:srgbClr val="61615c"/>
                </a:solidFill>
                <a:effectLst/>
                <a:uFillTx/>
                <a:latin typeface="Tomorrow"/>
                <a:ea typeface="Tomorrow"/>
              </a:rPr>
              <a:t>"Su información está en una bóveda digital privada. Solo las personas que usted autorice expresamente, con las llaves digitales (permisos) que usted entregue, pueden acceder a su información. Nadie más puede ver, modificar o eliminar sus datos empresariales."</a:t>
            </a:r>
            <a:endParaRPr b="0" lang="en-US" sz="1450" strike="noStrike" u="none">
              <a:solidFill>
                <a:srgbClr val="000000"/>
              </a:solidFill>
              <a:effectLst/>
              <a:uFillTx/>
              <a:latin typeface="Arial"/>
            </a:endParaRPr>
          </a:p>
        </p:txBody>
      </p:sp>
      <p:sp>
        <p:nvSpPr>
          <p:cNvPr id="132" name="Shape 24"/>
          <p:cNvSpPr/>
          <p:nvPr/>
        </p:nvSpPr>
        <p:spPr>
          <a:xfrm>
            <a:off x="659520" y="6398640"/>
            <a:ext cx="22680" cy="1026360"/>
          </a:xfrm>
          <a:prstGeom prst="rect">
            <a:avLst/>
          </a:prstGeom>
          <a:solidFill>
            <a:srgbClr val="1d1d1b"/>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pic>
        <p:nvPicPr>
          <p:cNvPr id="133" name="" descr=""/>
          <p:cNvPicPr/>
          <p:nvPr/>
        </p:nvPicPr>
        <p:blipFill>
          <a:blip r:embed="rId1"/>
          <a:stretch/>
        </p:blipFill>
        <p:spPr>
          <a:xfrm>
            <a:off x="9515880" y="7543800"/>
            <a:ext cx="5114520" cy="66636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Text 0"/>
          <p:cNvSpPr/>
          <p:nvPr/>
        </p:nvSpPr>
        <p:spPr>
          <a:xfrm>
            <a:off x="572040" y="393120"/>
            <a:ext cx="8333280" cy="446400"/>
          </a:xfrm>
          <a:prstGeom prst="rect">
            <a:avLst/>
          </a:prstGeom>
          <a:noFill/>
          <a:ln w="0">
            <a:noFill/>
          </a:ln>
        </p:spPr>
        <p:style>
          <a:lnRef idx="0"/>
          <a:fillRef idx="0"/>
          <a:effectRef idx="0"/>
          <a:fontRef idx="minor"/>
        </p:style>
        <p:txBody>
          <a:bodyPr wrap="none" lIns="0" rIns="0" tIns="0" bIns="0" anchor="t">
            <a:noAutofit/>
          </a:bodyPr>
          <a:p>
            <a:pPr>
              <a:lnSpc>
                <a:spcPts val="3501"/>
              </a:lnSpc>
              <a:tabLst>
                <a:tab algn="l" pos="0"/>
              </a:tabLst>
            </a:pPr>
            <a:r>
              <a:rPr b="0" lang="en-US" sz="2800" strike="noStrike" u="none">
                <a:solidFill>
                  <a:srgbClr val="1d1d1b"/>
                </a:solidFill>
                <a:effectLst/>
                <a:uFillTx/>
                <a:latin typeface="Tomorrow Semi Bold"/>
                <a:ea typeface="Tomorrow Semi Bold"/>
              </a:rPr>
              <a:t>Configuración Inicial: Personalice su Empresa</a:t>
            </a:r>
            <a:endParaRPr b="0" lang="en-US" sz="2800" strike="noStrike" u="none">
              <a:solidFill>
                <a:srgbClr val="000000"/>
              </a:solidFill>
              <a:effectLst/>
              <a:uFillTx/>
              <a:latin typeface="Arial"/>
            </a:endParaRPr>
          </a:p>
        </p:txBody>
      </p:sp>
      <p:sp>
        <p:nvSpPr>
          <p:cNvPr id="135" name="Text 1"/>
          <p:cNvSpPr/>
          <p:nvPr/>
        </p:nvSpPr>
        <p:spPr>
          <a:xfrm>
            <a:off x="572040" y="1197000"/>
            <a:ext cx="3452040" cy="26748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b="0" lang="en-US" sz="1650" strike="noStrike" u="none">
                <a:solidFill>
                  <a:srgbClr val="1d1d1b"/>
                </a:solidFill>
                <a:effectLst/>
                <a:uFillTx/>
                <a:latin typeface="Tomorrow Semi Bold"/>
                <a:ea typeface="Tomorrow Semi Bold"/>
              </a:rPr>
              <a:t>Información Básica Corporativa</a:t>
            </a:r>
            <a:endParaRPr b="0" lang="en-US" sz="1650" strike="noStrike" u="none">
              <a:solidFill>
                <a:srgbClr val="000000"/>
              </a:solidFill>
              <a:effectLst/>
              <a:uFillTx/>
              <a:latin typeface="Arial"/>
            </a:endParaRPr>
          </a:p>
        </p:txBody>
      </p:sp>
      <p:sp>
        <p:nvSpPr>
          <p:cNvPr id="136" name="Text 2"/>
          <p:cNvSpPr/>
          <p:nvPr/>
        </p:nvSpPr>
        <p:spPr>
          <a:xfrm>
            <a:off x="572040" y="1608120"/>
            <a:ext cx="6568200" cy="457200"/>
          </a:xfrm>
          <a:prstGeom prst="rect">
            <a:avLst/>
          </a:prstGeom>
          <a:noFill/>
          <a:ln w="0">
            <a:noFill/>
          </a:ln>
        </p:spPr>
        <p:style>
          <a:lnRef idx="0"/>
          <a:fillRef idx="0"/>
          <a:effectRef idx="0"/>
          <a:fontRef idx="minor"/>
        </p:style>
        <p:txBody>
          <a:bodyPr lIns="0" rIns="0" tIns="0" bIns="0" anchor="t">
            <a:noAutofit/>
          </a:bodyPr>
          <a:p>
            <a:pPr>
              <a:lnSpc>
                <a:spcPts val="1800"/>
              </a:lnSpc>
              <a:tabLst>
                <a:tab algn="l" pos="0"/>
              </a:tabLst>
            </a:pPr>
            <a:r>
              <a:rPr b="0" lang="en-US" sz="1100" strike="noStrike" u="none">
                <a:solidFill>
                  <a:srgbClr val="61615c"/>
                </a:solidFill>
                <a:effectLst/>
                <a:uFillTx/>
                <a:latin typeface="Tomorrow"/>
                <a:ea typeface="Tomorrow"/>
              </a:rPr>
              <a:t>Complete cuidadosamente estos campos fundamentales para establecer la identidad legal y fiscal de su organización:</a:t>
            </a:r>
            <a:endParaRPr b="0" lang="en-US" sz="1100" strike="noStrike" u="none">
              <a:solidFill>
                <a:srgbClr val="000000"/>
              </a:solidFill>
              <a:effectLst/>
              <a:uFillTx/>
              <a:latin typeface="Arial"/>
            </a:endParaRPr>
          </a:p>
        </p:txBody>
      </p:sp>
      <p:sp>
        <p:nvSpPr>
          <p:cNvPr id="137" name="Text 3"/>
          <p:cNvSpPr/>
          <p:nvPr/>
        </p:nvSpPr>
        <p:spPr>
          <a:xfrm>
            <a:off x="572040" y="2194200"/>
            <a:ext cx="6568200" cy="228240"/>
          </a:xfrm>
          <a:prstGeom prst="rect">
            <a:avLst/>
          </a:prstGeom>
          <a:noFill/>
          <a:ln w="0">
            <a:noFill/>
          </a:ln>
        </p:spPr>
        <p:style>
          <a:lnRef idx="0"/>
          <a:fillRef idx="0"/>
          <a:effectRef idx="0"/>
          <a:fontRef idx="minor"/>
        </p:style>
        <p:txBody>
          <a:bodyPr wrap="none" lIns="0" rIns="0" tIns="0" bIns="0" anchor="t">
            <a:noAutofit/>
          </a:bodyPr>
          <a:p>
            <a:pPr>
              <a:lnSpc>
                <a:spcPts val="1800"/>
              </a:lnSpc>
              <a:tabLst>
                <a:tab algn="l" pos="0"/>
              </a:tabLst>
            </a:pPr>
            <a:r>
              <a:rPr b="1" lang="en-US" sz="1100" strike="noStrike" u="none">
                <a:solidFill>
                  <a:srgbClr val="61615c"/>
                </a:solidFill>
                <a:effectLst/>
                <a:uFillTx/>
                <a:latin typeface="Tomorrow"/>
                <a:ea typeface="Tomorrow"/>
              </a:rPr>
              <a:t>Nombre comercial:</a:t>
            </a:r>
            <a:r>
              <a:rPr b="0" lang="en-US" sz="1100" strike="noStrike" u="none">
                <a:solidFill>
                  <a:srgbClr val="61615c"/>
                </a:solidFill>
                <a:effectLst/>
                <a:uFillTx/>
                <a:latin typeface="Tomorrow"/>
                <a:ea typeface="Tomorrow"/>
              </a:rPr>
              <a:t> El nombre con el que opera públicamente</a:t>
            </a:r>
            <a:endParaRPr b="0" lang="en-US" sz="1100" strike="noStrike" u="none">
              <a:solidFill>
                <a:srgbClr val="000000"/>
              </a:solidFill>
              <a:effectLst/>
              <a:uFillTx/>
              <a:latin typeface="Arial"/>
            </a:endParaRPr>
          </a:p>
        </p:txBody>
      </p:sp>
      <p:sp>
        <p:nvSpPr>
          <p:cNvPr id="138" name="Text 4"/>
          <p:cNvSpPr/>
          <p:nvPr/>
        </p:nvSpPr>
        <p:spPr>
          <a:xfrm>
            <a:off x="572040" y="2472840"/>
            <a:ext cx="6568200" cy="228240"/>
          </a:xfrm>
          <a:prstGeom prst="rect">
            <a:avLst/>
          </a:prstGeom>
          <a:noFill/>
          <a:ln w="0">
            <a:noFill/>
          </a:ln>
        </p:spPr>
        <p:style>
          <a:lnRef idx="0"/>
          <a:fillRef idx="0"/>
          <a:effectRef idx="0"/>
          <a:fontRef idx="minor"/>
        </p:style>
        <p:txBody>
          <a:bodyPr wrap="none" lIns="0" rIns="0" tIns="0" bIns="0" anchor="t">
            <a:noAutofit/>
          </a:bodyPr>
          <a:p>
            <a:pPr>
              <a:lnSpc>
                <a:spcPts val="1800"/>
              </a:lnSpc>
              <a:tabLst>
                <a:tab algn="l" pos="0"/>
              </a:tabLst>
            </a:pPr>
            <a:r>
              <a:rPr b="1" lang="en-US" sz="1100" strike="noStrike" u="none">
                <a:solidFill>
                  <a:srgbClr val="61615c"/>
                </a:solidFill>
                <a:effectLst/>
                <a:uFillTx/>
                <a:latin typeface="Tomorrow"/>
                <a:ea typeface="Tomorrow"/>
              </a:rPr>
              <a:t>Razón social:</a:t>
            </a:r>
            <a:r>
              <a:rPr b="0" lang="en-US" sz="1100" strike="noStrike" u="none">
                <a:solidFill>
                  <a:srgbClr val="61615c"/>
                </a:solidFill>
                <a:effectLst/>
                <a:uFillTx/>
                <a:latin typeface="Tomorrow"/>
                <a:ea typeface="Tomorrow"/>
              </a:rPr>
              <a:t> Denominación legal registrada oficialmente</a:t>
            </a:r>
            <a:endParaRPr b="0" lang="en-US" sz="1100" strike="noStrike" u="none">
              <a:solidFill>
                <a:srgbClr val="000000"/>
              </a:solidFill>
              <a:effectLst/>
              <a:uFillTx/>
              <a:latin typeface="Arial"/>
            </a:endParaRPr>
          </a:p>
        </p:txBody>
      </p:sp>
      <p:sp>
        <p:nvSpPr>
          <p:cNvPr id="139" name="Text 5"/>
          <p:cNvSpPr/>
          <p:nvPr/>
        </p:nvSpPr>
        <p:spPr>
          <a:xfrm>
            <a:off x="572040" y="2751480"/>
            <a:ext cx="6568200" cy="228240"/>
          </a:xfrm>
          <a:prstGeom prst="rect">
            <a:avLst/>
          </a:prstGeom>
          <a:noFill/>
          <a:ln w="0">
            <a:noFill/>
          </a:ln>
        </p:spPr>
        <p:style>
          <a:lnRef idx="0"/>
          <a:fillRef idx="0"/>
          <a:effectRef idx="0"/>
          <a:fontRef idx="minor"/>
        </p:style>
        <p:txBody>
          <a:bodyPr wrap="none" lIns="0" rIns="0" tIns="0" bIns="0" anchor="t">
            <a:noAutofit/>
          </a:bodyPr>
          <a:p>
            <a:pPr>
              <a:lnSpc>
                <a:spcPts val="1800"/>
              </a:lnSpc>
              <a:tabLst>
                <a:tab algn="l" pos="0"/>
              </a:tabLst>
            </a:pPr>
            <a:r>
              <a:rPr b="1" lang="en-US" sz="1100" strike="noStrike" u="none">
                <a:solidFill>
                  <a:srgbClr val="61615c"/>
                </a:solidFill>
                <a:effectLst/>
                <a:uFillTx/>
                <a:latin typeface="Tomorrow"/>
                <a:ea typeface="Tomorrow"/>
              </a:rPr>
              <a:t>NIT:</a:t>
            </a:r>
            <a:r>
              <a:rPr b="0" lang="en-US" sz="1100" strike="noStrike" u="none">
                <a:solidFill>
                  <a:srgbClr val="61615c"/>
                </a:solidFill>
                <a:effectLst/>
                <a:uFillTx/>
                <a:latin typeface="Tomorrow"/>
                <a:ea typeface="Tomorrow"/>
              </a:rPr>
              <a:t> Número de Identificación Tributaria único</a:t>
            </a:r>
            <a:endParaRPr b="0" lang="en-US" sz="1100" strike="noStrike" u="none">
              <a:solidFill>
                <a:srgbClr val="000000"/>
              </a:solidFill>
              <a:effectLst/>
              <a:uFillTx/>
              <a:latin typeface="Arial"/>
            </a:endParaRPr>
          </a:p>
        </p:txBody>
      </p:sp>
      <p:sp>
        <p:nvSpPr>
          <p:cNvPr id="140" name="Text 6"/>
          <p:cNvSpPr/>
          <p:nvPr/>
        </p:nvSpPr>
        <p:spPr>
          <a:xfrm>
            <a:off x="572040" y="3030120"/>
            <a:ext cx="6568200" cy="228240"/>
          </a:xfrm>
          <a:prstGeom prst="rect">
            <a:avLst/>
          </a:prstGeom>
          <a:noFill/>
          <a:ln w="0">
            <a:noFill/>
          </a:ln>
        </p:spPr>
        <p:style>
          <a:lnRef idx="0"/>
          <a:fillRef idx="0"/>
          <a:effectRef idx="0"/>
          <a:fontRef idx="minor"/>
        </p:style>
        <p:txBody>
          <a:bodyPr wrap="none" lIns="0" rIns="0" tIns="0" bIns="0" anchor="t">
            <a:noAutofit/>
          </a:bodyPr>
          <a:p>
            <a:pPr>
              <a:lnSpc>
                <a:spcPts val="1800"/>
              </a:lnSpc>
              <a:tabLst>
                <a:tab algn="l" pos="0"/>
              </a:tabLst>
            </a:pPr>
            <a:r>
              <a:rPr b="1" lang="en-US" sz="1100" strike="noStrike" u="none">
                <a:solidFill>
                  <a:srgbClr val="61615c"/>
                </a:solidFill>
                <a:effectLst/>
                <a:uFillTx/>
                <a:latin typeface="Tomorrow"/>
                <a:ea typeface="Tomorrow"/>
              </a:rPr>
              <a:t>Sector económico:</a:t>
            </a:r>
            <a:r>
              <a:rPr b="0" lang="en-US" sz="1100" strike="noStrike" u="none">
                <a:solidFill>
                  <a:srgbClr val="61615c"/>
                </a:solidFill>
                <a:effectLst/>
                <a:uFillTx/>
                <a:latin typeface="Tomorrow"/>
                <a:ea typeface="Tomorrow"/>
              </a:rPr>
              <a:t> Clasificación de su actividad comercial</a:t>
            </a:r>
            <a:endParaRPr b="0" lang="en-US" sz="1100" strike="noStrike" u="none">
              <a:solidFill>
                <a:srgbClr val="000000"/>
              </a:solidFill>
              <a:effectLst/>
              <a:uFillTx/>
              <a:latin typeface="Arial"/>
            </a:endParaRPr>
          </a:p>
        </p:txBody>
      </p:sp>
      <p:sp>
        <p:nvSpPr>
          <p:cNvPr id="141" name="Text 7"/>
          <p:cNvSpPr/>
          <p:nvPr/>
        </p:nvSpPr>
        <p:spPr>
          <a:xfrm>
            <a:off x="572040" y="3309120"/>
            <a:ext cx="6568200" cy="228240"/>
          </a:xfrm>
          <a:prstGeom prst="rect">
            <a:avLst/>
          </a:prstGeom>
          <a:noFill/>
          <a:ln w="0">
            <a:noFill/>
          </a:ln>
        </p:spPr>
        <p:style>
          <a:lnRef idx="0"/>
          <a:fillRef idx="0"/>
          <a:effectRef idx="0"/>
          <a:fontRef idx="minor"/>
        </p:style>
        <p:txBody>
          <a:bodyPr wrap="none" lIns="0" rIns="0" tIns="0" bIns="0" anchor="t">
            <a:noAutofit/>
          </a:bodyPr>
          <a:p>
            <a:pPr>
              <a:lnSpc>
                <a:spcPts val="1800"/>
              </a:lnSpc>
              <a:tabLst>
                <a:tab algn="l" pos="0"/>
              </a:tabLst>
            </a:pPr>
            <a:r>
              <a:rPr b="1" lang="en-US" sz="1100" strike="noStrike" u="none">
                <a:solidFill>
                  <a:srgbClr val="61615c"/>
                </a:solidFill>
                <a:effectLst/>
                <a:uFillTx/>
                <a:latin typeface="Tomorrow"/>
                <a:ea typeface="Tomorrow"/>
              </a:rPr>
              <a:t>Correo corporativo:</a:t>
            </a:r>
            <a:r>
              <a:rPr b="0" lang="en-US" sz="1100" strike="noStrike" u="none">
                <a:solidFill>
                  <a:srgbClr val="61615c"/>
                </a:solidFill>
                <a:effectLst/>
                <a:uFillTx/>
                <a:latin typeface="Tomorrow"/>
                <a:ea typeface="Tomorrow"/>
              </a:rPr>
              <a:t> Email oficial de contacto empresarial</a:t>
            </a:r>
            <a:endParaRPr b="0" lang="en-US" sz="1100" strike="noStrike" u="none">
              <a:solidFill>
                <a:srgbClr val="000000"/>
              </a:solidFill>
              <a:effectLst/>
              <a:uFillTx/>
              <a:latin typeface="Arial"/>
            </a:endParaRPr>
          </a:p>
        </p:txBody>
      </p:sp>
      <p:sp>
        <p:nvSpPr>
          <p:cNvPr id="142" name="Text 8"/>
          <p:cNvSpPr/>
          <p:nvPr/>
        </p:nvSpPr>
        <p:spPr>
          <a:xfrm>
            <a:off x="572040" y="3587760"/>
            <a:ext cx="6568200" cy="228240"/>
          </a:xfrm>
          <a:prstGeom prst="rect">
            <a:avLst/>
          </a:prstGeom>
          <a:noFill/>
          <a:ln w="0">
            <a:noFill/>
          </a:ln>
        </p:spPr>
        <p:style>
          <a:lnRef idx="0"/>
          <a:fillRef idx="0"/>
          <a:effectRef idx="0"/>
          <a:fontRef idx="minor"/>
        </p:style>
        <p:txBody>
          <a:bodyPr wrap="none" lIns="0" rIns="0" tIns="0" bIns="0" anchor="t">
            <a:noAutofit/>
          </a:bodyPr>
          <a:p>
            <a:pPr>
              <a:lnSpc>
                <a:spcPts val="1800"/>
              </a:lnSpc>
              <a:tabLst>
                <a:tab algn="l" pos="0"/>
              </a:tabLst>
            </a:pPr>
            <a:r>
              <a:rPr b="1" lang="en-US" sz="1100" strike="noStrike" u="none">
                <a:solidFill>
                  <a:srgbClr val="61615c"/>
                </a:solidFill>
                <a:effectLst/>
                <a:uFillTx/>
                <a:latin typeface="Tomorrow"/>
                <a:ea typeface="Tomorrow"/>
              </a:rPr>
              <a:t>Teléfono principal:</a:t>
            </a:r>
            <a:r>
              <a:rPr b="0" lang="en-US" sz="1100" strike="noStrike" u="none">
                <a:solidFill>
                  <a:srgbClr val="61615c"/>
                </a:solidFill>
                <a:effectLst/>
                <a:uFillTx/>
                <a:latin typeface="Tomorrow"/>
                <a:ea typeface="Tomorrow"/>
              </a:rPr>
              <a:t> Línea de contacto directo</a:t>
            </a:r>
            <a:endParaRPr b="0" lang="en-US" sz="1100" strike="noStrike" u="none">
              <a:solidFill>
                <a:srgbClr val="000000"/>
              </a:solidFill>
              <a:effectLst/>
              <a:uFillTx/>
              <a:latin typeface="Arial"/>
            </a:endParaRPr>
          </a:p>
        </p:txBody>
      </p:sp>
      <p:sp>
        <p:nvSpPr>
          <p:cNvPr id="143" name="Text 9"/>
          <p:cNvSpPr/>
          <p:nvPr/>
        </p:nvSpPr>
        <p:spPr>
          <a:xfrm>
            <a:off x="572040" y="3959280"/>
            <a:ext cx="2303640" cy="26748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b="0" lang="en-US" sz="1650" strike="noStrike" u="none">
                <a:solidFill>
                  <a:srgbClr val="1d1d1b"/>
                </a:solidFill>
                <a:effectLst/>
                <a:uFillTx/>
                <a:latin typeface="Tomorrow Semi Bold"/>
                <a:ea typeface="Tomorrow Semi Bold"/>
              </a:rPr>
              <a:t>Ubicación Geográfica</a:t>
            </a:r>
            <a:endParaRPr b="0" lang="en-US" sz="1650" strike="noStrike" u="none">
              <a:solidFill>
                <a:srgbClr val="000000"/>
              </a:solidFill>
              <a:effectLst/>
              <a:uFillTx/>
              <a:latin typeface="Arial"/>
            </a:endParaRPr>
          </a:p>
        </p:txBody>
      </p:sp>
      <p:sp>
        <p:nvSpPr>
          <p:cNvPr id="144" name="Text 10"/>
          <p:cNvSpPr/>
          <p:nvPr/>
        </p:nvSpPr>
        <p:spPr>
          <a:xfrm>
            <a:off x="572040" y="4370040"/>
            <a:ext cx="6568200" cy="228240"/>
          </a:xfrm>
          <a:prstGeom prst="rect">
            <a:avLst/>
          </a:prstGeom>
          <a:noFill/>
          <a:ln w="0">
            <a:noFill/>
          </a:ln>
        </p:spPr>
        <p:style>
          <a:lnRef idx="0"/>
          <a:fillRef idx="0"/>
          <a:effectRef idx="0"/>
          <a:fontRef idx="minor"/>
        </p:style>
        <p:txBody>
          <a:bodyPr wrap="none" lIns="0" rIns="0" tIns="0" bIns="0" anchor="t">
            <a:noAutofit/>
          </a:bodyPr>
          <a:p>
            <a:pPr marL="343080" indent="-343080">
              <a:lnSpc>
                <a:spcPts val="1800"/>
              </a:lnSpc>
              <a:buClr>
                <a:srgbClr val="61615c"/>
              </a:buClr>
              <a:buFont typeface="Symbol" charset="2"/>
              <a:buChar char=""/>
            </a:pPr>
            <a:r>
              <a:rPr b="0" lang="en-US" sz="1100" strike="noStrike" u="none">
                <a:solidFill>
                  <a:srgbClr val="61615c"/>
                </a:solidFill>
                <a:effectLst/>
                <a:uFillTx/>
                <a:latin typeface="Tomorrow"/>
                <a:ea typeface="Tomorrow"/>
              </a:rPr>
              <a:t>País de operación</a:t>
            </a:r>
            <a:endParaRPr b="0" lang="en-US" sz="1100" strike="noStrike" u="none">
              <a:solidFill>
                <a:srgbClr val="000000"/>
              </a:solidFill>
              <a:effectLst/>
              <a:uFillTx/>
              <a:latin typeface="Arial"/>
            </a:endParaRPr>
          </a:p>
        </p:txBody>
      </p:sp>
      <p:sp>
        <p:nvSpPr>
          <p:cNvPr id="145" name="Text 11"/>
          <p:cNvSpPr/>
          <p:nvPr/>
        </p:nvSpPr>
        <p:spPr>
          <a:xfrm>
            <a:off x="572040" y="4649040"/>
            <a:ext cx="6568200" cy="228240"/>
          </a:xfrm>
          <a:prstGeom prst="rect">
            <a:avLst/>
          </a:prstGeom>
          <a:noFill/>
          <a:ln w="0">
            <a:noFill/>
          </a:ln>
        </p:spPr>
        <p:style>
          <a:lnRef idx="0"/>
          <a:fillRef idx="0"/>
          <a:effectRef idx="0"/>
          <a:fontRef idx="minor"/>
        </p:style>
        <p:txBody>
          <a:bodyPr wrap="none" lIns="0" rIns="0" tIns="0" bIns="0" anchor="t">
            <a:noAutofit/>
          </a:bodyPr>
          <a:p>
            <a:pPr marL="343080" indent="-343080">
              <a:lnSpc>
                <a:spcPts val="1800"/>
              </a:lnSpc>
              <a:buClr>
                <a:srgbClr val="61615c"/>
              </a:buClr>
              <a:buFont typeface="Symbol" charset="2"/>
              <a:buChar char=""/>
            </a:pPr>
            <a:r>
              <a:rPr b="0" lang="en-US" sz="1100" strike="noStrike" u="none">
                <a:solidFill>
                  <a:srgbClr val="61615c"/>
                </a:solidFill>
                <a:effectLst/>
                <a:uFillTx/>
                <a:latin typeface="Tomorrow"/>
                <a:ea typeface="Tomorrow"/>
              </a:rPr>
              <a:t>Departamento o estado</a:t>
            </a:r>
            <a:endParaRPr b="0" lang="en-US" sz="1100" strike="noStrike" u="none">
              <a:solidFill>
                <a:srgbClr val="000000"/>
              </a:solidFill>
              <a:effectLst/>
              <a:uFillTx/>
              <a:latin typeface="Arial"/>
            </a:endParaRPr>
          </a:p>
        </p:txBody>
      </p:sp>
      <p:sp>
        <p:nvSpPr>
          <p:cNvPr id="146" name="Text 12"/>
          <p:cNvSpPr/>
          <p:nvPr/>
        </p:nvSpPr>
        <p:spPr>
          <a:xfrm>
            <a:off x="572040" y="4927680"/>
            <a:ext cx="6568200" cy="228240"/>
          </a:xfrm>
          <a:prstGeom prst="rect">
            <a:avLst/>
          </a:prstGeom>
          <a:noFill/>
          <a:ln w="0">
            <a:noFill/>
          </a:ln>
        </p:spPr>
        <p:style>
          <a:lnRef idx="0"/>
          <a:fillRef idx="0"/>
          <a:effectRef idx="0"/>
          <a:fontRef idx="minor"/>
        </p:style>
        <p:txBody>
          <a:bodyPr wrap="none" lIns="0" rIns="0" tIns="0" bIns="0" anchor="t">
            <a:noAutofit/>
          </a:bodyPr>
          <a:p>
            <a:pPr marL="343080" indent="-343080">
              <a:lnSpc>
                <a:spcPts val="1800"/>
              </a:lnSpc>
              <a:buClr>
                <a:srgbClr val="61615c"/>
              </a:buClr>
              <a:buFont typeface="Symbol" charset="2"/>
              <a:buChar char=""/>
            </a:pPr>
            <a:r>
              <a:rPr b="0" lang="en-US" sz="1100" strike="noStrike" u="none">
                <a:solidFill>
                  <a:srgbClr val="61615c"/>
                </a:solidFill>
                <a:effectLst/>
                <a:uFillTx/>
                <a:latin typeface="Tomorrow"/>
                <a:ea typeface="Tomorrow"/>
              </a:rPr>
              <a:t>Ciudad principal</a:t>
            </a:r>
            <a:endParaRPr b="0" lang="en-US" sz="1100" strike="noStrike" u="none">
              <a:solidFill>
                <a:srgbClr val="000000"/>
              </a:solidFill>
              <a:effectLst/>
              <a:uFillTx/>
              <a:latin typeface="Arial"/>
            </a:endParaRPr>
          </a:p>
        </p:txBody>
      </p:sp>
      <p:sp>
        <p:nvSpPr>
          <p:cNvPr id="147" name="Text 13"/>
          <p:cNvSpPr/>
          <p:nvPr/>
        </p:nvSpPr>
        <p:spPr>
          <a:xfrm>
            <a:off x="572040" y="5206320"/>
            <a:ext cx="6568200" cy="228240"/>
          </a:xfrm>
          <a:prstGeom prst="rect">
            <a:avLst/>
          </a:prstGeom>
          <a:noFill/>
          <a:ln w="0">
            <a:noFill/>
          </a:ln>
        </p:spPr>
        <p:style>
          <a:lnRef idx="0"/>
          <a:fillRef idx="0"/>
          <a:effectRef idx="0"/>
          <a:fontRef idx="minor"/>
        </p:style>
        <p:txBody>
          <a:bodyPr wrap="none" lIns="0" rIns="0" tIns="0" bIns="0" anchor="t">
            <a:noAutofit/>
          </a:bodyPr>
          <a:p>
            <a:pPr marL="343080" indent="-343080">
              <a:lnSpc>
                <a:spcPts val="1800"/>
              </a:lnSpc>
              <a:buClr>
                <a:srgbClr val="61615c"/>
              </a:buClr>
              <a:buFont typeface="Symbol" charset="2"/>
              <a:buChar char=""/>
            </a:pPr>
            <a:r>
              <a:rPr b="0" lang="en-US" sz="1100" strike="noStrike" u="none">
                <a:solidFill>
                  <a:srgbClr val="61615c"/>
                </a:solidFill>
                <a:effectLst/>
                <a:uFillTx/>
                <a:latin typeface="Tomorrow"/>
                <a:ea typeface="Tomorrow"/>
              </a:rPr>
              <a:t>Dirección física completa para correspondencia oficial</a:t>
            </a:r>
            <a:endParaRPr b="0" lang="en-US" sz="1100" strike="noStrike" u="none">
              <a:solidFill>
                <a:srgbClr val="000000"/>
              </a:solidFill>
              <a:effectLst/>
              <a:uFillTx/>
              <a:latin typeface="Arial"/>
            </a:endParaRPr>
          </a:p>
        </p:txBody>
      </p:sp>
      <p:pic>
        <p:nvPicPr>
          <p:cNvPr id="148" name="Image 0" descr="preencoded.png"/>
          <p:cNvPicPr/>
          <p:nvPr/>
        </p:nvPicPr>
        <p:blipFill>
          <a:blip r:embed="rId1"/>
          <a:stretch/>
        </p:blipFill>
        <p:spPr>
          <a:xfrm>
            <a:off x="7497360" y="1215000"/>
            <a:ext cx="6568200" cy="6568200"/>
          </a:xfrm>
          <a:prstGeom prst="rect">
            <a:avLst/>
          </a:prstGeom>
          <a:noFill/>
          <a:ln w="0">
            <a:noFill/>
          </a:ln>
        </p:spPr>
      </p:pic>
      <p:sp>
        <p:nvSpPr>
          <p:cNvPr id="149" name="Shape 14"/>
          <p:cNvSpPr/>
          <p:nvPr/>
        </p:nvSpPr>
        <p:spPr>
          <a:xfrm>
            <a:off x="289800" y="6707880"/>
            <a:ext cx="6568200" cy="1064520"/>
          </a:xfrm>
          <a:prstGeom prst="roundRect">
            <a:avLst>
              <a:gd name="adj" fmla="val 2014"/>
            </a:avLst>
          </a:prstGeom>
          <a:solidFill>
            <a:srgbClr val="dadad7"/>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0" name="Text 15"/>
          <p:cNvSpPr/>
          <p:nvPr/>
        </p:nvSpPr>
        <p:spPr>
          <a:xfrm>
            <a:off x="754200" y="6886440"/>
            <a:ext cx="5960880" cy="685800"/>
          </a:xfrm>
          <a:prstGeom prst="rect">
            <a:avLst/>
          </a:prstGeom>
          <a:noFill/>
          <a:ln w="0">
            <a:noFill/>
          </a:ln>
        </p:spPr>
        <p:style>
          <a:lnRef idx="0"/>
          <a:fillRef idx="0"/>
          <a:effectRef idx="0"/>
          <a:fontRef idx="minor"/>
        </p:style>
        <p:txBody>
          <a:bodyPr lIns="0" rIns="0" tIns="0" bIns="0" anchor="t">
            <a:noAutofit/>
          </a:bodyPr>
          <a:p>
            <a:pPr>
              <a:lnSpc>
                <a:spcPts val="1800"/>
              </a:lnSpc>
              <a:tabLst>
                <a:tab algn="l" pos="0"/>
              </a:tabLst>
            </a:pPr>
            <a:r>
              <a:rPr b="1" lang="en-US" sz="1100" strike="noStrike" u="none">
                <a:solidFill>
                  <a:srgbClr val="000000"/>
                </a:solidFill>
                <a:effectLst/>
                <a:uFillTx/>
                <a:latin typeface="Tomorrow"/>
                <a:ea typeface="Tomorrow"/>
              </a:rPr>
              <a:t>Extensión de correo permitida:</a:t>
            </a:r>
            <a:r>
              <a:rPr b="0" lang="en-US" sz="1100" strike="noStrike" u="none">
                <a:solidFill>
                  <a:srgbClr val="000000"/>
                </a:solidFill>
                <a:effectLst/>
                <a:uFillTx/>
                <a:latin typeface="Tomorrow"/>
                <a:ea typeface="Tomorrow"/>
              </a:rPr>
              <a:t> Configure el dominio corporativo (ej: @miempresa.com) para validar automáticamente que los usuarios pertenecen a su organización.</a:t>
            </a:r>
            <a:endParaRPr b="0" lang="en-US" sz="1100" strike="noStrike" u="none">
              <a:solidFill>
                <a:srgbClr val="000000"/>
              </a:solidFill>
              <a:effectLst/>
              <a:uFillTx/>
              <a:latin typeface="Arial"/>
            </a:endParaRPr>
          </a:p>
        </p:txBody>
      </p:sp>
      <p:pic>
        <p:nvPicPr>
          <p:cNvPr id="151" name="" descr=""/>
          <p:cNvPicPr/>
          <p:nvPr/>
        </p:nvPicPr>
        <p:blipFill>
          <a:blip r:embed="rId2"/>
          <a:stretch/>
        </p:blipFill>
        <p:spPr>
          <a:xfrm>
            <a:off x="12801600" y="7783200"/>
            <a:ext cx="1828800" cy="35208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Text 0"/>
          <p:cNvSpPr/>
          <p:nvPr/>
        </p:nvSpPr>
        <p:spPr>
          <a:xfrm>
            <a:off x="572040" y="471960"/>
            <a:ext cx="8575560" cy="403920"/>
          </a:xfrm>
          <a:prstGeom prst="rect">
            <a:avLst/>
          </a:prstGeom>
          <a:noFill/>
          <a:ln w="0">
            <a:noFill/>
          </a:ln>
        </p:spPr>
        <p:style>
          <a:lnRef idx="0"/>
          <a:fillRef idx="0"/>
          <a:effectRef idx="0"/>
          <a:fontRef idx="minor"/>
        </p:style>
        <p:txBody>
          <a:bodyPr wrap="none" lIns="0" rIns="0" tIns="0" bIns="0" anchor="t">
            <a:noAutofit/>
          </a:bodyPr>
          <a:p>
            <a:pPr>
              <a:lnSpc>
                <a:spcPts val="3149"/>
              </a:lnSpc>
              <a:tabLst>
                <a:tab algn="l" pos="0"/>
              </a:tabLst>
            </a:pPr>
            <a:r>
              <a:rPr b="0" lang="en-US" sz="2500" strike="noStrike" u="none">
                <a:solidFill>
                  <a:srgbClr val="1d1d1b"/>
                </a:solidFill>
                <a:effectLst/>
                <a:uFillTx/>
                <a:latin typeface="Tomorrow Semi Bold"/>
                <a:ea typeface="Tomorrow Semi Bold"/>
              </a:rPr>
              <a:t>Personalización Visual: Logo y Branding Corporativo</a:t>
            </a:r>
            <a:endParaRPr b="0" lang="en-US" sz="2500" strike="noStrike" u="none">
              <a:solidFill>
                <a:srgbClr val="000000"/>
              </a:solidFill>
              <a:effectLst/>
              <a:uFillTx/>
              <a:latin typeface="Arial"/>
            </a:endParaRPr>
          </a:p>
        </p:txBody>
      </p:sp>
      <p:sp>
        <p:nvSpPr>
          <p:cNvPr id="153" name="Text 1"/>
          <p:cNvSpPr/>
          <p:nvPr/>
        </p:nvSpPr>
        <p:spPr>
          <a:xfrm>
            <a:off x="572040" y="1135440"/>
            <a:ext cx="13485960" cy="206640"/>
          </a:xfrm>
          <a:prstGeom prst="rect">
            <a:avLst/>
          </a:prstGeom>
          <a:noFill/>
          <a:ln w="0">
            <a:noFill/>
          </a:ln>
        </p:spPr>
        <p:style>
          <a:lnRef idx="0"/>
          <a:fillRef idx="0"/>
          <a:effectRef idx="0"/>
          <a:fontRef idx="minor"/>
        </p:style>
        <p:txBody>
          <a:bodyPr wrap="none" lIns="0" rIns="0" tIns="0" bIns="0" anchor="t">
            <a:noAutofit/>
          </a:bodyPr>
          <a:p>
            <a:pPr>
              <a:lnSpc>
                <a:spcPts val="1599"/>
              </a:lnSpc>
              <a:tabLst>
                <a:tab algn="l" pos="0"/>
              </a:tabLst>
            </a:pPr>
            <a:r>
              <a:rPr b="0" lang="en-US" sz="1000" strike="noStrike" u="none">
                <a:solidFill>
                  <a:srgbClr val="61615c"/>
                </a:solidFill>
                <a:effectLst/>
                <a:uFillTx/>
                <a:latin typeface="Tomorrow"/>
                <a:ea typeface="Tomorrow"/>
              </a:rPr>
              <a:t>El logo de su empresa es la representación visual más importante de su identidad corporativa en la plataforma. Este aparecerá estratégicamente en múltiples ubicaciones clave para reforzar su presencia profesional.</a:t>
            </a:r>
            <a:endParaRPr b="0" lang="en-US" sz="1000" strike="noStrike" u="none">
              <a:solidFill>
                <a:srgbClr val="000000"/>
              </a:solidFill>
              <a:effectLst/>
              <a:uFillTx/>
              <a:latin typeface="Arial"/>
            </a:endParaRPr>
          </a:p>
        </p:txBody>
      </p:sp>
      <p:sp>
        <p:nvSpPr>
          <p:cNvPr id="154" name="Shape 2"/>
          <p:cNvSpPr/>
          <p:nvPr/>
        </p:nvSpPr>
        <p:spPr>
          <a:xfrm>
            <a:off x="572040" y="1487880"/>
            <a:ext cx="13485960" cy="776520"/>
          </a:xfrm>
          <a:prstGeom prst="roundRect">
            <a:avLst>
              <a:gd name="adj" fmla="val 2500"/>
            </a:avLst>
          </a:prstGeom>
          <a:solidFill>
            <a:srgbClr val="fcfcfc"/>
          </a:solidFill>
          <a:ln w="15240">
            <a:solidFill>
              <a:srgbClr val="d6d0d0"/>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5" name="Shape 3"/>
          <p:cNvSpPr/>
          <p:nvPr/>
        </p:nvSpPr>
        <p:spPr>
          <a:xfrm>
            <a:off x="587160" y="1503000"/>
            <a:ext cx="517320" cy="745920"/>
          </a:xfrm>
          <a:prstGeom prst="roundRect">
            <a:avLst>
              <a:gd name="adj" fmla="val 219"/>
            </a:avLst>
          </a:prstGeom>
          <a:solidFill>
            <a:srgbClr val="f0eaea"/>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6" name="Text 4"/>
          <p:cNvSpPr/>
          <p:nvPr/>
        </p:nvSpPr>
        <p:spPr>
          <a:xfrm>
            <a:off x="749160" y="1755000"/>
            <a:ext cx="193680" cy="242280"/>
          </a:xfrm>
          <a:prstGeom prst="rect">
            <a:avLst/>
          </a:prstGeom>
          <a:noFill/>
          <a:ln w="0">
            <a:noFill/>
          </a:ln>
        </p:spPr>
        <p:style>
          <a:lnRef idx="0"/>
          <a:fillRef idx="0"/>
          <a:effectRef idx="0"/>
          <a:fontRef idx="minor"/>
        </p:style>
        <p:txBody>
          <a:bodyPr wrap="none" lIns="0" rIns="0" tIns="0" bIns="0" anchor="t">
            <a:noAutofit/>
          </a:bodyPr>
          <a:p>
            <a:pPr>
              <a:lnSpc>
                <a:spcPts val="1500"/>
              </a:lnSpc>
              <a:tabLst>
                <a:tab algn="l" pos="0"/>
              </a:tabLst>
            </a:pPr>
            <a:r>
              <a:rPr b="0" lang="en-US" sz="1500" strike="noStrike" u="none">
                <a:solidFill>
                  <a:srgbClr val="61615c"/>
                </a:solidFill>
                <a:effectLst/>
                <a:uFillTx/>
                <a:latin typeface="Tomorrow Semi Bold"/>
                <a:ea typeface="Tomorrow Semi Bold"/>
              </a:rPr>
              <a:t>1</a:t>
            </a:r>
            <a:endParaRPr b="0" lang="en-US" sz="1500" strike="noStrike" u="none">
              <a:solidFill>
                <a:srgbClr val="000000"/>
              </a:solidFill>
              <a:effectLst/>
              <a:uFillTx/>
              <a:latin typeface="Arial"/>
            </a:endParaRPr>
          </a:p>
        </p:txBody>
      </p:sp>
      <p:sp>
        <p:nvSpPr>
          <p:cNvPr id="157" name="Text 5"/>
          <p:cNvSpPr/>
          <p:nvPr/>
        </p:nvSpPr>
        <p:spPr>
          <a:xfrm>
            <a:off x="1234440" y="1632600"/>
            <a:ext cx="1617840" cy="20196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1250" strike="noStrike" u="none">
                <a:solidFill>
                  <a:srgbClr val="61615c"/>
                </a:solidFill>
                <a:effectLst/>
                <a:uFillTx/>
                <a:latin typeface="Tomorrow Semi Bold"/>
                <a:ea typeface="Tomorrow Semi Bold"/>
              </a:rPr>
              <a:t>Acceda a Branding</a:t>
            </a:r>
            <a:endParaRPr b="0" lang="en-US" sz="1250" strike="noStrike" u="none">
              <a:solidFill>
                <a:srgbClr val="000000"/>
              </a:solidFill>
              <a:effectLst/>
              <a:uFillTx/>
              <a:latin typeface="Arial"/>
            </a:endParaRPr>
          </a:p>
        </p:txBody>
      </p:sp>
      <p:sp>
        <p:nvSpPr>
          <p:cNvPr id="158" name="Text 6"/>
          <p:cNvSpPr/>
          <p:nvPr/>
        </p:nvSpPr>
        <p:spPr>
          <a:xfrm>
            <a:off x="1234440" y="1912320"/>
            <a:ext cx="12678840" cy="206640"/>
          </a:xfrm>
          <a:prstGeom prst="rect">
            <a:avLst/>
          </a:prstGeom>
          <a:noFill/>
          <a:ln w="0">
            <a:noFill/>
          </a:ln>
        </p:spPr>
        <p:style>
          <a:lnRef idx="0"/>
          <a:fillRef idx="0"/>
          <a:effectRef idx="0"/>
          <a:fontRef idx="minor"/>
        </p:style>
        <p:txBody>
          <a:bodyPr wrap="none" lIns="0" rIns="0" tIns="0" bIns="0" anchor="t">
            <a:noAutofit/>
          </a:bodyPr>
          <a:p>
            <a:pPr>
              <a:lnSpc>
                <a:spcPts val="1599"/>
              </a:lnSpc>
              <a:tabLst>
                <a:tab algn="l" pos="0"/>
              </a:tabLst>
            </a:pPr>
            <a:r>
              <a:rPr b="0" lang="en-US" sz="1000" strike="noStrike" u="none">
                <a:solidFill>
                  <a:srgbClr val="61615c"/>
                </a:solidFill>
                <a:effectLst/>
                <a:uFillTx/>
                <a:latin typeface="Tomorrow"/>
                <a:ea typeface="Tomorrow"/>
              </a:rPr>
              <a:t>Navegue a Configuración → Gestión de Empresas → Sección "Branding"</a:t>
            </a:r>
            <a:endParaRPr b="0" lang="en-US" sz="1000" strike="noStrike" u="none">
              <a:solidFill>
                <a:srgbClr val="000000"/>
              </a:solidFill>
              <a:effectLst/>
              <a:uFillTx/>
              <a:latin typeface="Arial"/>
            </a:endParaRPr>
          </a:p>
        </p:txBody>
      </p:sp>
      <p:sp>
        <p:nvSpPr>
          <p:cNvPr id="159" name="Shape 7"/>
          <p:cNvSpPr/>
          <p:nvPr/>
        </p:nvSpPr>
        <p:spPr>
          <a:xfrm>
            <a:off x="572040" y="2394000"/>
            <a:ext cx="13485960" cy="776520"/>
          </a:xfrm>
          <a:prstGeom prst="roundRect">
            <a:avLst>
              <a:gd name="adj" fmla="val 2500"/>
            </a:avLst>
          </a:prstGeom>
          <a:solidFill>
            <a:srgbClr val="fcfcfc"/>
          </a:solidFill>
          <a:ln w="15240">
            <a:solidFill>
              <a:srgbClr val="d6d0d0"/>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0" name="Shape 8"/>
          <p:cNvSpPr/>
          <p:nvPr/>
        </p:nvSpPr>
        <p:spPr>
          <a:xfrm>
            <a:off x="587160" y="2409480"/>
            <a:ext cx="517320" cy="745920"/>
          </a:xfrm>
          <a:prstGeom prst="roundRect">
            <a:avLst>
              <a:gd name="adj" fmla="val 219"/>
            </a:avLst>
          </a:prstGeom>
          <a:solidFill>
            <a:srgbClr val="f0eaea"/>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1" name="Text 9"/>
          <p:cNvSpPr/>
          <p:nvPr/>
        </p:nvSpPr>
        <p:spPr>
          <a:xfrm>
            <a:off x="749160" y="2661120"/>
            <a:ext cx="193680" cy="242280"/>
          </a:xfrm>
          <a:prstGeom prst="rect">
            <a:avLst/>
          </a:prstGeom>
          <a:noFill/>
          <a:ln w="0">
            <a:noFill/>
          </a:ln>
        </p:spPr>
        <p:style>
          <a:lnRef idx="0"/>
          <a:fillRef idx="0"/>
          <a:effectRef idx="0"/>
          <a:fontRef idx="minor"/>
        </p:style>
        <p:txBody>
          <a:bodyPr wrap="none" lIns="0" rIns="0" tIns="0" bIns="0" anchor="t">
            <a:noAutofit/>
          </a:bodyPr>
          <a:p>
            <a:pPr>
              <a:lnSpc>
                <a:spcPts val="1500"/>
              </a:lnSpc>
              <a:tabLst>
                <a:tab algn="l" pos="0"/>
              </a:tabLst>
            </a:pPr>
            <a:r>
              <a:rPr b="0" lang="en-US" sz="1500" strike="noStrike" u="none">
                <a:solidFill>
                  <a:srgbClr val="61615c"/>
                </a:solidFill>
                <a:effectLst/>
                <a:uFillTx/>
                <a:latin typeface="Tomorrow Semi Bold"/>
                <a:ea typeface="Tomorrow Semi Bold"/>
              </a:rPr>
              <a:t>2</a:t>
            </a:r>
            <a:endParaRPr b="0" lang="en-US" sz="1500" strike="noStrike" u="none">
              <a:solidFill>
                <a:srgbClr val="000000"/>
              </a:solidFill>
              <a:effectLst/>
              <a:uFillTx/>
              <a:latin typeface="Arial"/>
            </a:endParaRPr>
          </a:p>
        </p:txBody>
      </p:sp>
      <p:sp>
        <p:nvSpPr>
          <p:cNvPr id="162" name="Text 10"/>
          <p:cNvSpPr/>
          <p:nvPr/>
        </p:nvSpPr>
        <p:spPr>
          <a:xfrm>
            <a:off x="1234440" y="2538720"/>
            <a:ext cx="1617840" cy="20196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1250" strike="noStrike" u="none">
                <a:solidFill>
                  <a:srgbClr val="61615c"/>
                </a:solidFill>
                <a:effectLst/>
                <a:uFillTx/>
                <a:latin typeface="Tomorrow Semi Bold"/>
                <a:ea typeface="Tomorrow Semi Bold"/>
              </a:rPr>
              <a:t>Cargue su Logo</a:t>
            </a:r>
            <a:endParaRPr b="0" lang="en-US" sz="1250" strike="noStrike" u="none">
              <a:solidFill>
                <a:srgbClr val="000000"/>
              </a:solidFill>
              <a:effectLst/>
              <a:uFillTx/>
              <a:latin typeface="Arial"/>
            </a:endParaRPr>
          </a:p>
        </p:txBody>
      </p:sp>
      <p:sp>
        <p:nvSpPr>
          <p:cNvPr id="163" name="Text 11"/>
          <p:cNvSpPr/>
          <p:nvPr/>
        </p:nvSpPr>
        <p:spPr>
          <a:xfrm>
            <a:off x="1234440" y="2818440"/>
            <a:ext cx="12678840" cy="206640"/>
          </a:xfrm>
          <a:prstGeom prst="rect">
            <a:avLst/>
          </a:prstGeom>
          <a:noFill/>
          <a:ln w="0">
            <a:noFill/>
          </a:ln>
        </p:spPr>
        <p:style>
          <a:lnRef idx="0"/>
          <a:fillRef idx="0"/>
          <a:effectRef idx="0"/>
          <a:fontRef idx="minor"/>
        </p:style>
        <p:txBody>
          <a:bodyPr wrap="none" lIns="0" rIns="0" tIns="0" bIns="0" anchor="t">
            <a:noAutofit/>
          </a:bodyPr>
          <a:p>
            <a:pPr>
              <a:lnSpc>
                <a:spcPts val="1599"/>
              </a:lnSpc>
              <a:tabLst>
                <a:tab algn="l" pos="0"/>
              </a:tabLst>
            </a:pPr>
            <a:r>
              <a:rPr b="0" lang="en-US" sz="1000" strike="noStrike" u="none">
                <a:solidFill>
                  <a:srgbClr val="61615c"/>
                </a:solidFill>
                <a:effectLst/>
                <a:uFillTx/>
                <a:latin typeface="Tomorrow"/>
                <a:ea typeface="Tomorrow"/>
              </a:rPr>
              <a:t>Haga clic en "Cargar Logo" y seleccione su archivo (PNG, JPG o SVG)</a:t>
            </a:r>
            <a:endParaRPr b="0" lang="en-US" sz="1000" strike="noStrike" u="none">
              <a:solidFill>
                <a:srgbClr val="000000"/>
              </a:solidFill>
              <a:effectLst/>
              <a:uFillTx/>
              <a:latin typeface="Arial"/>
            </a:endParaRPr>
          </a:p>
        </p:txBody>
      </p:sp>
      <p:sp>
        <p:nvSpPr>
          <p:cNvPr id="164" name="Shape 12"/>
          <p:cNvSpPr/>
          <p:nvPr/>
        </p:nvSpPr>
        <p:spPr>
          <a:xfrm>
            <a:off x="572040" y="3300120"/>
            <a:ext cx="13485960" cy="776520"/>
          </a:xfrm>
          <a:prstGeom prst="roundRect">
            <a:avLst>
              <a:gd name="adj" fmla="val 2500"/>
            </a:avLst>
          </a:prstGeom>
          <a:solidFill>
            <a:srgbClr val="fcfcfc"/>
          </a:solidFill>
          <a:ln w="15240">
            <a:solidFill>
              <a:srgbClr val="d6d0d0"/>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5" name="Shape 13"/>
          <p:cNvSpPr/>
          <p:nvPr/>
        </p:nvSpPr>
        <p:spPr>
          <a:xfrm>
            <a:off x="587160" y="3315600"/>
            <a:ext cx="517320" cy="745920"/>
          </a:xfrm>
          <a:prstGeom prst="roundRect">
            <a:avLst>
              <a:gd name="adj" fmla="val 219"/>
            </a:avLst>
          </a:prstGeom>
          <a:solidFill>
            <a:srgbClr val="f0eaea"/>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6" name="Text 14"/>
          <p:cNvSpPr/>
          <p:nvPr/>
        </p:nvSpPr>
        <p:spPr>
          <a:xfrm>
            <a:off x="749160" y="3567240"/>
            <a:ext cx="193680" cy="242280"/>
          </a:xfrm>
          <a:prstGeom prst="rect">
            <a:avLst/>
          </a:prstGeom>
          <a:noFill/>
          <a:ln w="0">
            <a:noFill/>
          </a:ln>
        </p:spPr>
        <p:style>
          <a:lnRef idx="0"/>
          <a:fillRef idx="0"/>
          <a:effectRef idx="0"/>
          <a:fontRef idx="minor"/>
        </p:style>
        <p:txBody>
          <a:bodyPr wrap="none" lIns="0" rIns="0" tIns="0" bIns="0" anchor="t">
            <a:noAutofit/>
          </a:bodyPr>
          <a:p>
            <a:pPr>
              <a:lnSpc>
                <a:spcPts val="1500"/>
              </a:lnSpc>
              <a:tabLst>
                <a:tab algn="l" pos="0"/>
              </a:tabLst>
            </a:pPr>
            <a:r>
              <a:rPr b="0" lang="en-US" sz="1500" strike="noStrike" u="none">
                <a:solidFill>
                  <a:srgbClr val="61615c"/>
                </a:solidFill>
                <a:effectLst/>
                <a:uFillTx/>
                <a:latin typeface="Tomorrow Semi Bold"/>
                <a:ea typeface="Tomorrow Semi Bold"/>
              </a:rPr>
              <a:t>3</a:t>
            </a:r>
            <a:endParaRPr b="0" lang="en-US" sz="1500" strike="noStrike" u="none">
              <a:solidFill>
                <a:srgbClr val="000000"/>
              </a:solidFill>
              <a:effectLst/>
              <a:uFillTx/>
              <a:latin typeface="Arial"/>
            </a:endParaRPr>
          </a:p>
        </p:txBody>
      </p:sp>
      <p:sp>
        <p:nvSpPr>
          <p:cNvPr id="167" name="Text 15"/>
          <p:cNvSpPr/>
          <p:nvPr/>
        </p:nvSpPr>
        <p:spPr>
          <a:xfrm>
            <a:off x="1234440" y="3444840"/>
            <a:ext cx="1925280" cy="20196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1250" strike="noStrike" u="none">
                <a:solidFill>
                  <a:srgbClr val="61615c"/>
                </a:solidFill>
                <a:effectLst/>
                <a:uFillTx/>
                <a:latin typeface="Tomorrow Semi Bold"/>
                <a:ea typeface="Tomorrow Semi Bold"/>
              </a:rPr>
              <a:t>Verifique la Vista Previa</a:t>
            </a:r>
            <a:endParaRPr b="0" lang="en-US" sz="1250" strike="noStrike" u="none">
              <a:solidFill>
                <a:srgbClr val="000000"/>
              </a:solidFill>
              <a:effectLst/>
              <a:uFillTx/>
              <a:latin typeface="Arial"/>
            </a:endParaRPr>
          </a:p>
        </p:txBody>
      </p:sp>
      <p:sp>
        <p:nvSpPr>
          <p:cNvPr id="168" name="Text 16"/>
          <p:cNvSpPr/>
          <p:nvPr/>
        </p:nvSpPr>
        <p:spPr>
          <a:xfrm>
            <a:off x="1234440" y="3724920"/>
            <a:ext cx="12678840" cy="206640"/>
          </a:xfrm>
          <a:prstGeom prst="rect">
            <a:avLst/>
          </a:prstGeom>
          <a:noFill/>
          <a:ln w="0">
            <a:noFill/>
          </a:ln>
        </p:spPr>
        <p:style>
          <a:lnRef idx="0"/>
          <a:fillRef idx="0"/>
          <a:effectRef idx="0"/>
          <a:fontRef idx="minor"/>
        </p:style>
        <p:txBody>
          <a:bodyPr wrap="none" lIns="0" rIns="0" tIns="0" bIns="0" anchor="t">
            <a:noAutofit/>
          </a:bodyPr>
          <a:p>
            <a:pPr>
              <a:lnSpc>
                <a:spcPts val="1599"/>
              </a:lnSpc>
              <a:tabLst>
                <a:tab algn="l" pos="0"/>
              </a:tabLst>
            </a:pPr>
            <a:r>
              <a:rPr b="0" lang="en-US" sz="1000" strike="noStrike" u="none">
                <a:solidFill>
                  <a:srgbClr val="61615c"/>
                </a:solidFill>
                <a:effectLst/>
                <a:uFillTx/>
                <a:latin typeface="Tomorrow"/>
                <a:ea typeface="Tomorrow"/>
              </a:rPr>
              <a:t>El sistema mostrará cómo se verá su logo en diferentes contextos</a:t>
            </a:r>
            <a:endParaRPr b="0" lang="en-US" sz="1000" strike="noStrike" u="none">
              <a:solidFill>
                <a:srgbClr val="000000"/>
              </a:solidFill>
              <a:effectLst/>
              <a:uFillTx/>
              <a:latin typeface="Arial"/>
            </a:endParaRPr>
          </a:p>
        </p:txBody>
      </p:sp>
      <p:sp>
        <p:nvSpPr>
          <p:cNvPr id="169" name="Shape 17"/>
          <p:cNvSpPr/>
          <p:nvPr/>
        </p:nvSpPr>
        <p:spPr>
          <a:xfrm>
            <a:off x="572040" y="4206600"/>
            <a:ext cx="13485960" cy="776520"/>
          </a:xfrm>
          <a:prstGeom prst="roundRect">
            <a:avLst>
              <a:gd name="adj" fmla="val 2500"/>
            </a:avLst>
          </a:prstGeom>
          <a:solidFill>
            <a:srgbClr val="fcfcfc"/>
          </a:solidFill>
          <a:ln w="15240">
            <a:solidFill>
              <a:srgbClr val="d6d0d0"/>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70" name="Shape 18"/>
          <p:cNvSpPr/>
          <p:nvPr/>
        </p:nvSpPr>
        <p:spPr>
          <a:xfrm>
            <a:off x="587160" y="4221720"/>
            <a:ext cx="517320" cy="745920"/>
          </a:xfrm>
          <a:prstGeom prst="roundRect">
            <a:avLst>
              <a:gd name="adj" fmla="val 219"/>
            </a:avLst>
          </a:prstGeom>
          <a:solidFill>
            <a:srgbClr val="f0eaea"/>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71" name="Text 19"/>
          <p:cNvSpPr/>
          <p:nvPr/>
        </p:nvSpPr>
        <p:spPr>
          <a:xfrm>
            <a:off x="749160" y="4473360"/>
            <a:ext cx="193680" cy="242280"/>
          </a:xfrm>
          <a:prstGeom prst="rect">
            <a:avLst/>
          </a:prstGeom>
          <a:noFill/>
          <a:ln w="0">
            <a:noFill/>
          </a:ln>
        </p:spPr>
        <p:style>
          <a:lnRef idx="0"/>
          <a:fillRef idx="0"/>
          <a:effectRef idx="0"/>
          <a:fontRef idx="minor"/>
        </p:style>
        <p:txBody>
          <a:bodyPr wrap="none" lIns="0" rIns="0" tIns="0" bIns="0" anchor="t">
            <a:noAutofit/>
          </a:bodyPr>
          <a:p>
            <a:pPr>
              <a:lnSpc>
                <a:spcPts val="1500"/>
              </a:lnSpc>
              <a:tabLst>
                <a:tab algn="l" pos="0"/>
              </a:tabLst>
            </a:pPr>
            <a:r>
              <a:rPr b="0" lang="en-US" sz="1500" strike="noStrike" u="none">
                <a:solidFill>
                  <a:srgbClr val="61615c"/>
                </a:solidFill>
                <a:effectLst/>
                <a:uFillTx/>
                <a:latin typeface="Tomorrow Semi Bold"/>
                <a:ea typeface="Tomorrow Semi Bold"/>
              </a:rPr>
              <a:t>4</a:t>
            </a:r>
            <a:endParaRPr b="0" lang="en-US" sz="1500" strike="noStrike" u="none">
              <a:solidFill>
                <a:srgbClr val="000000"/>
              </a:solidFill>
              <a:effectLst/>
              <a:uFillTx/>
              <a:latin typeface="Arial"/>
            </a:endParaRPr>
          </a:p>
        </p:txBody>
      </p:sp>
      <p:sp>
        <p:nvSpPr>
          <p:cNvPr id="172" name="Text 20"/>
          <p:cNvSpPr/>
          <p:nvPr/>
        </p:nvSpPr>
        <p:spPr>
          <a:xfrm>
            <a:off x="1234440" y="4350960"/>
            <a:ext cx="2269440" cy="20196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1250" strike="noStrike" u="none">
                <a:solidFill>
                  <a:srgbClr val="61615c"/>
                </a:solidFill>
                <a:effectLst/>
                <a:uFillTx/>
                <a:latin typeface="Tomorrow Semi Bold"/>
                <a:ea typeface="Tomorrow Semi Bold"/>
              </a:rPr>
              <a:t>Configure Color Corporativo</a:t>
            </a:r>
            <a:endParaRPr b="0" lang="en-US" sz="1250" strike="noStrike" u="none">
              <a:solidFill>
                <a:srgbClr val="000000"/>
              </a:solidFill>
              <a:effectLst/>
              <a:uFillTx/>
              <a:latin typeface="Arial"/>
            </a:endParaRPr>
          </a:p>
        </p:txBody>
      </p:sp>
      <p:sp>
        <p:nvSpPr>
          <p:cNvPr id="173" name="Text 21"/>
          <p:cNvSpPr/>
          <p:nvPr/>
        </p:nvSpPr>
        <p:spPr>
          <a:xfrm>
            <a:off x="1234440" y="4631040"/>
            <a:ext cx="12678840" cy="206640"/>
          </a:xfrm>
          <a:prstGeom prst="rect">
            <a:avLst/>
          </a:prstGeom>
          <a:noFill/>
          <a:ln w="0">
            <a:noFill/>
          </a:ln>
        </p:spPr>
        <p:style>
          <a:lnRef idx="0"/>
          <a:fillRef idx="0"/>
          <a:effectRef idx="0"/>
          <a:fontRef idx="minor"/>
        </p:style>
        <p:txBody>
          <a:bodyPr wrap="none" lIns="0" rIns="0" tIns="0" bIns="0" anchor="t">
            <a:noAutofit/>
          </a:bodyPr>
          <a:p>
            <a:pPr>
              <a:lnSpc>
                <a:spcPts val="1599"/>
              </a:lnSpc>
              <a:tabLst>
                <a:tab algn="l" pos="0"/>
              </a:tabLst>
            </a:pPr>
            <a:r>
              <a:rPr b="0" lang="en-US" sz="1000" strike="noStrike" u="none">
                <a:solidFill>
                  <a:srgbClr val="61615c"/>
                </a:solidFill>
                <a:effectLst/>
                <a:uFillTx/>
                <a:latin typeface="Tomorrow"/>
                <a:ea typeface="Tomorrow"/>
              </a:rPr>
              <a:t>Seleccione el color principal de su marca usando el selector visual</a:t>
            </a:r>
            <a:endParaRPr b="0" lang="en-US" sz="1000" strike="noStrike" u="none">
              <a:solidFill>
                <a:srgbClr val="000000"/>
              </a:solidFill>
              <a:effectLst/>
              <a:uFillTx/>
              <a:latin typeface="Arial"/>
            </a:endParaRPr>
          </a:p>
        </p:txBody>
      </p:sp>
      <p:sp>
        <p:nvSpPr>
          <p:cNvPr id="174" name="Shape 22"/>
          <p:cNvSpPr/>
          <p:nvPr/>
        </p:nvSpPr>
        <p:spPr>
          <a:xfrm>
            <a:off x="572040" y="5112720"/>
            <a:ext cx="13485960" cy="776520"/>
          </a:xfrm>
          <a:prstGeom prst="roundRect">
            <a:avLst>
              <a:gd name="adj" fmla="val 2500"/>
            </a:avLst>
          </a:prstGeom>
          <a:solidFill>
            <a:srgbClr val="fcfcfc"/>
          </a:solidFill>
          <a:ln w="15240">
            <a:solidFill>
              <a:srgbClr val="d6d0d0"/>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75" name="Shape 23"/>
          <p:cNvSpPr/>
          <p:nvPr/>
        </p:nvSpPr>
        <p:spPr>
          <a:xfrm>
            <a:off x="587160" y="5127840"/>
            <a:ext cx="517320" cy="745920"/>
          </a:xfrm>
          <a:prstGeom prst="roundRect">
            <a:avLst>
              <a:gd name="adj" fmla="val 219"/>
            </a:avLst>
          </a:prstGeom>
          <a:solidFill>
            <a:srgbClr val="f0eaea"/>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76" name="Text 24"/>
          <p:cNvSpPr/>
          <p:nvPr/>
        </p:nvSpPr>
        <p:spPr>
          <a:xfrm>
            <a:off x="749160" y="5379840"/>
            <a:ext cx="193680" cy="242280"/>
          </a:xfrm>
          <a:prstGeom prst="rect">
            <a:avLst/>
          </a:prstGeom>
          <a:noFill/>
          <a:ln w="0">
            <a:noFill/>
          </a:ln>
        </p:spPr>
        <p:style>
          <a:lnRef idx="0"/>
          <a:fillRef idx="0"/>
          <a:effectRef idx="0"/>
          <a:fontRef idx="minor"/>
        </p:style>
        <p:txBody>
          <a:bodyPr wrap="none" lIns="0" rIns="0" tIns="0" bIns="0" anchor="t">
            <a:noAutofit/>
          </a:bodyPr>
          <a:p>
            <a:pPr>
              <a:lnSpc>
                <a:spcPts val="1500"/>
              </a:lnSpc>
              <a:tabLst>
                <a:tab algn="l" pos="0"/>
              </a:tabLst>
            </a:pPr>
            <a:r>
              <a:rPr b="0" lang="en-US" sz="1500" strike="noStrike" u="none">
                <a:solidFill>
                  <a:srgbClr val="61615c"/>
                </a:solidFill>
                <a:effectLst/>
                <a:uFillTx/>
                <a:latin typeface="Tomorrow Semi Bold"/>
                <a:ea typeface="Tomorrow Semi Bold"/>
              </a:rPr>
              <a:t>5</a:t>
            </a:r>
            <a:endParaRPr b="0" lang="en-US" sz="1500" strike="noStrike" u="none">
              <a:solidFill>
                <a:srgbClr val="000000"/>
              </a:solidFill>
              <a:effectLst/>
              <a:uFillTx/>
              <a:latin typeface="Arial"/>
            </a:endParaRPr>
          </a:p>
        </p:txBody>
      </p:sp>
      <p:sp>
        <p:nvSpPr>
          <p:cNvPr id="177" name="Text 25"/>
          <p:cNvSpPr/>
          <p:nvPr/>
        </p:nvSpPr>
        <p:spPr>
          <a:xfrm>
            <a:off x="1234440" y="5257440"/>
            <a:ext cx="1642680" cy="20196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1250" strike="noStrike" u="none">
                <a:solidFill>
                  <a:srgbClr val="61615c"/>
                </a:solidFill>
                <a:effectLst/>
                <a:uFillTx/>
                <a:latin typeface="Tomorrow Semi Bold"/>
                <a:ea typeface="Tomorrow Semi Bold"/>
              </a:rPr>
              <a:t>Guarde los Cambios</a:t>
            </a:r>
            <a:endParaRPr b="0" lang="en-US" sz="1250" strike="noStrike" u="none">
              <a:solidFill>
                <a:srgbClr val="000000"/>
              </a:solidFill>
              <a:effectLst/>
              <a:uFillTx/>
              <a:latin typeface="Arial"/>
            </a:endParaRPr>
          </a:p>
        </p:txBody>
      </p:sp>
      <p:sp>
        <p:nvSpPr>
          <p:cNvPr id="178" name="Text 26"/>
          <p:cNvSpPr/>
          <p:nvPr/>
        </p:nvSpPr>
        <p:spPr>
          <a:xfrm>
            <a:off x="1234440" y="5537160"/>
            <a:ext cx="12678840" cy="206640"/>
          </a:xfrm>
          <a:prstGeom prst="rect">
            <a:avLst/>
          </a:prstGeom>
          <a:noFill/>
          <a:ln w="0">
            <a:noFill/>
          </a:ln>
        </p:spPr>
        <p:style>
          <a:lnRef idx="0"/>
          <a:fillRef idx="0"/>
          <a:effectRef idx="0"/>
          <a:fontRef idx="minor"/>
        </p:style>
        <p:txBody>
          <a:bodyPr wrap="none" lIns="0" rIns="0" tIns="0" bIns="0" anchor="t">
            <a:noAutofit/>
          </a:bodyPr>
          <a:p>
            <a:pPr>
              <a:lnSpc>
                <a:spcPts val="1599"/>
              </a:lnSpc>
              <a:tabLst>
                <a:tab algn="l" pos="0"/>
              </a:tabLst>
            </a:pPr>
            <a:r>
              <a:rPr b="0" lang="en-US" sz="1000" strike="noStrike" u="none">
                <a:solidFill>
                  <a:srgbClr val="61615c"/>
                </a:solidFill>
                <a:effectLst/>
                <a:uFillTx/>
                <a:latin typeface="Tomorrow"/>
                <a:ea typeface="Tomorrow"/>
              </a:rPr>
              <a:t>Los cambios se aplican inmediatamente para todos los usuarios de su empresa</a:t>
            </a:r>
            <a:endParaRPr b="0" lang="en-US" sz="1000" strike="noStrike" u="none">
              <a:solidFill>
                <a:srgbClr val="000000"/>
              </a:solidFill>
              <a:effectLst/>
              <a:uFillTx/>
              <a:latin typeface="Arial"/>
            </a:endParaRPr>
          </a:p>
        </p:txBody>
      </p:sp>
      <p:sp>
        <p:nvSpPr>
          <p:cNvPr id="179" name="Text 27"/>
          <p:cNvSpPr/>
          <p:nvPr/>
        </p:nvSpPr>
        <p:spPr>
          <a:xfrm>
            <a:off x="572040" y="6164640"/>
            <a:ext cx="2868120" cy="20196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1250" strike="noStrike" u="none">
                <a:solidFill>
                  <a:srgbClr val="1d1d1b"/>
                </a:solidFill>
                <a:effectLst/>
                <a:uFillTx/>
                <a:latin typeface="Tomorrow Semi Bold"/>
                <a:ea typeface="Tomorrow Semi Bold"/>
              </a:rPr>
              <a:t>Especificaciones Técnicas del Logo</a:t>
            </a:r>
            <a:endParaRPr b="0" lang="en-US" sz="1250" strike="noStrike" u="none">
              <a:solidFill>
                <a:srgbClr val="000000"/>
              </a:solidFill>
              <a:effectLst/>
              <a:uFillTx/>
              <a:latin typeface="Arial"/>
            </a:endParaRPr>
          </a:p>
        </p:txBody>
      </p:sp>
      <p:sp>
        <p:nvSpPr>
          <p:cNvPr id="180" name="Text 28"/>
          <p:cNvSpPr/>
          <p:nvPr/>
        </p:nvSpPr>
        <p:spPr>
          <a:xfrm>
            <a:off x="572040" y="6496200"/>
            <a:ext cx="6584760" cy="206640"/>
          </a:xfrm>
          <a:prstGeom prst="rect">
            <a:avLst/>
          </a:prstGeom>
          <a:noFill/>
          <a:ln w="0">
            <a:noFill/>
          </a:ln>
        </p:spPr>
        <p:style>
          <a:lnRef idx="0"/>
          <a:fillRef idx="0"/>
          <a:effectRef idx="0"/>
          <a:fontRef idx="minor"/>
        </p:style>
        <p:txBody>
          <a:bodyPr wrap="none" lIns="0" rIns="0" tIns="0" bIns="0" anchor="t">
            <a:noAutofit/>
          </a:bodyPr>
          <a:p>
            <a:pPr marL="343080" indent="-343080">
              <a:lnSpc>
                <a:spcPts val="1599"/>
              </a:lnSpc>
              <a:buClr>
                <a:srgbClr val="61615c"/>
              </a:buClr>
              <a:buFont typeface="Symbol" charset="2"/>
              <a:buChar char=""/>
            </a:pPr>
            <a:r>
              <a:rPr b="0" lang="en-US" sz="1000" strike="noStrike" u="none">
                <a:solidFill>
                  <a:srgbClr val="61615c"/>
                </a:solidFill>
                <a:effectLst/>
                <a:uFillTx/>
                <a:latin typeface="Tomorrow"/>
                <a:ea typeface="Tomorrow"/>
              </a:rPr>
              <a:t>Tamaño mínimo recomendado: 200x200 píxeles</a:t>
            </a:r>
            <a:endParaRPr b="0" lang="en-US" sz="1000" strike="noStrike" u="none">
              <a:solidFill>
                <a:srgbClr val="000000"/>
              </a:solidFill>
              <a:effectLst/>
              <a:uFillTx/>
              <a:latin typeface="Arial"/>
            </a:endParaRPr>
          </a:p>
        </p:txBody>
      </p:sp>
      <p:sp>
        <p:nvSpPr>
          <p:cNvPr id="181" name="Text 29"/>
          <p:cNvSpPr/>
          <p:nvPr/>
        </p:nvSpPr>
        <p:spPr>
          <a:xfrm>
            <a:off x="572040" y="6748200"/>
            <a:ext cx="6584760" cy="206640"/>
          </a:xfrm>
          <a:prstGeom prst="rect">
            <a:avLst/>
          </a:prstGeom>
          <a:noFill/>
          <a:ln w="0">
            <a:noFill/>
          </a:ln>
        </p:spPr>
        <p:style>
          <a:lnRef idx="0"/>
          <a:fillRef idx="0"/>
          <a:effectRef idx="0"/>
          <a:fontRef idx="minor"/>
        </p:style>
        <p:txBody>
          <a:bodyPr wrap="none" lIns="0" rIns="0" tIns="0" bIns="0" anchor="t">
            <a:noAutofit/>
          </a:bodyPr>
          <a:p>
            <a:pPr marL="343080" indent="-343080">
              <a:lnSpc>
                <a:spcPts val="1599"/>
              </a:lnSpc>
              <a:buClr>
                <a:srgbClr val="61615c"/>
              </a:buClr>
              <a:buFont typeface="Symbol" charset="2"/>
              <a:buChar char=""/>
            </a:pPr>
            <a:r>
              <a:rPr b="0" lang="en-US" sz="1000" strike="noStrike" u="none">
                <a:solidFill>
                  <a:srgbClr val="61615c"/>
                </a:solidFill>
                <a:effectLst/>
                <a:uFillTx/>
                <a:latin typeface="Tomorrow"/>
                <a:ea typeface="Tomorrow"/>
              </a:rPr>
              <a:t>Tamaño máximo de archivo: 2MB</a:t>
            </a:r>
            <a:endParaRPr b="0" lang="en-US" sz="1000" strike="noStrike" u="none">
              <a:solidFill>
                <a:srgbClr val="000000"/>
              </a:solidFill>
              <a:effectLst/>
              <a:uFillTx/>
              <a:latin typeface="Arial"/>
            </a:endParaRPr>
          </a:p>
        </p:txBody>
      </p:sp>
      <p:sp>
        <p:nvSpPr>
          <p:cNvPr id="182" name="Text 30"/>
          <p:cNvSpPr/>
          <p:nvPr/>
        </p:nvSpPr>
        <p:spPr>
          <a:xfrm>
            <a:off x="572040" y="7000560"/>
            <a:ext cx="6584760" cy="206640"/>
          </a:xfrm>
          <a:prstGeom prst="rect">
            <a:avLst/>
          </a:prstGeom>
          <a:noFill/>
          <a:ln w="0">
            <a:noFill/>
          </a:ln>
        </p:spPr>
        <p:style>
          <a:lnRef idx="0"/>
          <a:fillRef idx="0"/>
          <a:effectRef idx="0"/>
          <a:fontRef idx="minor"/>
        </p:style>
        <p:txBody>
          <a:bodyPr wrap="none" lIns="0" rIns="0" tIns="0" bIns="0" anchor="t">
            <a:noAutofit/>
          </a:bodyPr>
          <a:p>
            <a:pPr marL="343080" indent="-343080">
              <a:lnSpc>
                <a:spcPts val="1599"/>
              </a:lnSpc>
              <a:buClr>
                <a:srgbClr val="61615c"/>
              </a:buClr>
              <a:buFont typeface="Symbol" charset="2"/>
              <a:buChar char=""/>
            </a:pPr>
            <a:r>
              <a:rPr b="0" lang="en-US" sz="1000" strike="noStrike" u="none">
                <a:solidFill>
                  <a:srgbClr val="61615c"/>
                </a:solidFill>
                <a:effectLst/>
                <a:uFillTx/>
                <a:latin typeface="Tomorrow"/>
                <a:ea typeface="Tomorrow"/>
              </a:rPr>
              <a:t>Formato preferido: PNG con fondo transparente</a:t>
            </a:r>
            <a:endParaRPr b="0" lang="en-US" sz="1000" strike="noStrike" u="none">
              <a:solidFill>
                <a:srgbClr val="000000"/>
              </a:solidFill>
              <a:effectLst/>
              <a:uFillTx/>
              <a:latin typeface="Arial"/>
            </a:endParaRPr>
          </a:p>
        </p:txBody>
      </p:sp>
      <p:sp>
        <p:nvSpPr>
          <p:cNvPr id="183" name="Text 31"/>
          <p:cNvSpPr/>
          <p:nvPr/>
        </p:nvSpPr>
        <p:spPr>
          <a:xfrm>
            <a:off x="572040" y="7252920"/>
            <a:ext cx="6584760" cy="206640"/>
          </a:xfrm>
          <a:prstGeom prst="rect">
            <a:avLst/>
          </a:prstGeom>
          <a:noFill/>
          <a:ln w="0">
            <a:noFill/>
          </a:ln>
        </p:spPr>
        <p:style>
          <a:lnRef idx="0"/>
          <a:fillRef idx="0"/>
          <a:effectRef idx="0"/>
          <a:fontRef idx="minor"/>
        </p:style>
        <p:txBody>
          <a:bodyPr wrap="none" lIns="0" rIns="0" tIns="0" bIns="0" anchor="t">
            <a:noAutofit/>
          </a:bodyPr>
          <a:p>
            <a:pPr marL="343080" indent="-343080">
              <a:lnSpc>
                <a:spcPts val="1599"/>
              </a:lnSpc>
              <a:buClr>
                <a:srgbClr val="61615c"/>
              </a:buClr>
              <a:buFont typeface="Symbol" charset="2"/>
              <a:buChar char=""/>
            </a:pPr>
            <a:r>
              <a:rPr b="0" lang="en-US" sz="1000" strike="noStrike" u="none">
                <a:solidFill>
                  <a:srgbClr val="61615c"/>
                </a:solidFill>
                <a:effectLst/>
                <a:uFillTx/>
                <a:latin typeface="Tomorrow"/>
                <a:ea typeface="Tomorrow"/>
              </a:rPr>
              <a:t>Proporción ideal: cuadrado o rectangular horizontal</a:t>
            </a:r>
            <a:endParaRPr b="0" lang="en-US" sz="1000" strike="noStrike" u="none">
              <a:solidFill>
                <a:srgbClr val="000000"/>
              </a:solidFill>
              <a:effectLst/>
              <a:uFillTx/>
              <a:latin typeface="Arial"/>
            </a:endParaRPr>
          </a:p>
        </p:txBody>
      </p:sp>
      <p:sp>
        <p:nvSpPr>
          <p:cNvPr id="184" name="Text 32"/>
          <p:cNvSpPr/>
          <p:nvPr/>
        </p:nvSpPr>
        <p:spPr>
          <a:xfrm>
            <a:off x="572040" y="7505280"/>
            <a:ext cx="6584760" cy="206640"/>
          </a:xfrm>
          <a:prstGeom prst="rect">
            <a:avLst/>
          </a:prstGeom>
          <a:noFill/>
          <a:ln w="0">
            <a:noFill/>
          </a:ln>
        </p:spPr>
        <p:style>
          <a:lnRef idx="0"/>
          <a:fillRef idx="0"/>
          <a:effectRef idx="0"/>
          <a:fontRef idx="minor"/>
        </p:style>
        <p:txBody>
          <a:bodyPr wrap="none" lIns="0" rIns="0" tIns="0" bIns="0" anchor="t">
            <a:noAutofit/>
          </a:bodyPr>
          <a:p>
            <a:pPr marL="343080" indent="-343080">
              <a:lnSpc>
                <a:spcPts val="1599"/>
              </a:lnSpc>
              <a:buClr>
                <a:srgbClr val="61615c"/>
              </a:buClr>
              <a:buFont typeface="Symbol" charset="2"/>
              <a:buChar char=""/>
            </a:pPr>
            <a:r>
              <a:rPr b="0" lang="en-US" sz="1000" strike="noStrike" u="none">
                <a:solidFill>
                  <a:srgbClr val="61615c"/>
                </a:solidFill>
                <a:effectLst/>
                <a:uFillTx/>
                <a:latin typeface="Tomorrow"/>
                <a:ea typeface="Tomorrow"/>
              </a:rPr>
              <a:t>Resolución: alta calidad para visualización nítida</a:t>
            </a:r>
            <a:endParaRPr b="0" lang="en-US" sz="1000" strike="noStrike" u="none">
              <a:solidFill>
                <a:srgbClr val="000000"/>
              </a:solidFill>
              <a:effectLst/>
              <a:uFillTx/>
              <a:latin typeface="Arial"/>
            </a:endParaRPr>
          </a:p>
        </p:txBody>
      </p:sp>
      <p:sp>
        <p:nvSpPr>
          <p:cNvPr id="185" name="Text 33"/>
          <p:cNvSpPr/>
          <p:nvPr/>
        </p:nvSpPr>
        <p:spPr>
          <a:xfrm>
            <a:off x="7480800" y="6164640"/>
            <a:ext cx="3116880" cy="20196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1250" strike="noStrike" u="none">
                <a:solidFill>
                  <a:srgbClr val="1d1d1b"/>
                </a:solidFill>
                <a:effectLst/>
                <a:uFillTx/>
                <a:latin typeface="Tomorrow Semi Bold"/>
                <a:ea typeface="Tomorrow Semi Bold"/>
              </a:rPr>
              <a:t>Ubicaciones del Logo en la Plataforma</a:t>
            </a:r>
            <a:endParaRPr b="0" lang="en-US" sz="1250" strike="noStrike" u="none">
              <a:solidFill>
                <a:srgbClr val="000000"/>
              </a:solidFill>
              <a:effectLst/>
              <a:uFillTx/>
              <a:latin typeface="Arial"/>
            </a:endParaRPr>
          </a:p>
        </p:txBody>
      </p:sp>
      <p:sp>
        <p:nvSpPr>
          <p:cNvPr id="186" name="Text 34"/>
          <p:cNvSpPr/>
          <p:nvPr/>
        </p:nvSpPr>
        <p:spPr>
          <a:xfrm>
            <a:off x="7480800" y="6496200"/>
            <a:ext cx="6584760" cy="206640"/>
          </a:xfrm>
          <a:prstGeom prst="rect">
            <a:avLst/>
          </a:prstGeom>
          <a:noFill/>
          <a:ln w="0">
            <a:noFill/>
          </a:ln>
        </p:spPr>
        <p:style>
          <a:lnRef idx="0"/>
          <a:fillRef idx="0"/>
          <a:effectRef idx="0"/>
          <a:fontRef idx="minor"/>
        </p:style>
        <p:txBody>
          <a:bodyPr wrap="none" lIns="0" rIns="0" tIns="0" bIns="0" anchor="t">
            <a:noAutofit/>
          </a:bodyPr>
          <a:p>
            <a:pPr marL="343080" indent="-343080">
              <a:lnSpc>
                <a:spcPts val="1599"/>
              </a:lnSpc>
              <a:buClr>
                <a:srgbClr val="61615c"/>
              </a:buClr>
              <a:buFont typeface="Symbol" charset="2"/>
              <a:buChar char=""/>
            </a:pPr>
            <a:r>
              <a:rPr b="0" lang="en-US" sz="1000" strike="noStrike" u="none">
                <a:solidFill>
                  <a:srgbClr val="61615c"/>
                </a:solidFill>
                <a:effectLst/>
                <a:uFillTx/>
                <a:latin typeface="Tomorrow"/>
                <a:ea typeface="Tomorrow"/>
              </a:rPr>
              <a:t>Pantalla de inicio de sesión (primera impresión)</a:t>
            </a:r>
            <a:endParaRPr b="0" lang="en-US" sz="1000" strike="noStrike" u="none">
              <a:solidFill>
                <a:srgbClr val="000000"/>
              </a:solidFill>
              <a:effectLst/>
              <a:uFillTx/>
              <a:latin typeface="Arial"/>
            </a:endParaRPr>
          </a:p>
        </p:txBody>
      </p:sp>
      <p:sp>
        <p:nvSpPr>
          <p:cNvPr id="187" name="Text 35"/>
          <p:cNvSpPr/>
          <p:nvPr/>
        </p:nvSpPr>
        <p:spPr>
          <a:xfrm>
            <a:off x="7480800" y="6748200"/>
            <a:ext cx="6584760" cy="206640"/>
          </a:xfrm>
          <a:prstGeom prst="rect">
            <a:avLst/>
          </a:prstGeom>
          <a:noFill/>
          <a:ln w="0">
            <a:noFill/>
          </a:ln>
        </p:spPr>
        <p:style>
          <a:lnRef idx="0"/>
          <a:fillRef idx="0"/>
          <a:effectRef idx="0"/>
          <a:fontRef idx="minor"/>
        </p:style>
        <p:txBody>
          <a:bodyPr wrap="none" lIns="0" rIns="0" tIns="0" bIns="0" anchor="t">
            <a:noAutofit/>
          </a:bodyPr>
          <a:p>
            <a:pPr marL="343080" indent="-343080">
              <a:lnSpc>
                <a:spcPts val="1599"/>
              </a:lnSpc>
              <a:buClr>
                <a:srgbClr val="61615c"/>
              </a:buClr>
              <a:buFont typeface="Symbol" charset="2"/>
              <a:buChar char=""/>
            </a:pPr>
            <a:r>
              <a:rPr b="0" lang="en-US" sz="1000" strike="noStrike" u="none">
                <a:solidFill>
                  <a:srgbClr val="61615c"/>
                </a:solidFill>
                <a:effectLst/>
                <a:uFillTx/>
                <a:latin typeface="Tomorrow"/>
                <a:ea typeface="Tomorrow"/>
              </a:rPr>
              <a:t>Barra superior de navegación (presencia constante)</a:t>
            </a:r>
            <a:endParaRPr b="0" lang="en-US" sz="1000" strike="noStrike" u="none">
              <a:solidFill>
                <a:srgbClr val="000000"/>
              </a:solidFill>
              <a:effectLst/>
              <a:uFillTx/>
              <a:latin typeface="Arial"/>
            </a:endParaRPr>
          </a:p>
        </p:txBody>
      </p:sp>
      <p:sp>
        <p:nvSpPr>
          <p:cNvPr id="188" name="Text 36"/>
          <p:cNvSpPr/>
          <p:nvPr/>
        </p:nvSpPr>
        <p:spPr>
          <a:xfrm>
            <a:off x="7480800" y="7000560"/>
            <a:ext cx="6584760" cy="206640"/>
          </a:xfrm>
          <a:prstGeom prst="rect">
            <a:avLst/>
          </a:prstGeom>
          <a:noFill/>
          <a:ln w="0">
            <a:noFill/>
          </a:ln>
        </p:spPr>
        <p:style>
          <a:lnRef idx="0"/>
          <a:fillRef idx="0"/>
          <a:effectRef idx="0"/>
          <a:fontRef idx="minor"/>
        </p:style>
        <p:txBody>
          <a:bodyPr wrap="none" lIns="0" rIns="0" tIns="0" bIns="0" anchor="t">
            <a:noAutofit/>
          </a:bodyPr>
          <a:p>
            <a:pPr marL="343080" indent="-343080">
              <a:lnSpc>
                <a:spcPts val="1599"/>
              </a:lnSpc>
              <a:buClr>
                <a:srgbClr val="61615c"/>
              </a:buClr>
              <a:buFont typeface="Symbol" charset="2"/>
              <a:buChar char=""/>
            </a:pPr>
            <a:r>
              <a:rPr b="0" lang="en-US" sz="1000" strike="noStrike" u="none">
                <a:solidFill>
                  <a:srgbClr val="61615c"/>
                </a:solidFill>
                <a:effectLst/>
                <a:uFillTx/>
                <a:latin typeface="Tomorrow"/>
                <a:ea typeface="Tomorrow"/>
              </a:rPr>
              <a:t>Reportes y documentos generados (profesionalismo)</a:t>
            </a:r>
            <a:endParaRPr b="0" lang="en-US" sz="1000" strike="noStrike" u="none">
              <a:solidFill>
                <a:srgbClr val="000000"/>
              </a:solidFill>
              <a:effectLst/>
              <a:uFillTx/>
              <a:latin typeface="Arial"/>
            </a:endParaRPr>
          </a:p>
        </p:txBody>
      </p:sp>
      <p:sp>
        <p:nvSpPr>
          <p:cNvPr id="189" name="Text 37"/>
          <p:cNvSpPr/>
          <p:nvPr/>
        </p:nvSpPr>
        <p:spPr>
          <a:xfrm>
            <a:off x="7480800" y="7252920"/>
            <a:ext cx="6584760" cy="206640"/>
          </a:xfrm>
          <a:prstGeom prst="rect">
            <a:avLst/>
          </a:prstGeom>
          <a:noFill/>
          <a:ln w="0">
            <a:noFill/>
          </a:ln>
        </p:spPr>
        <p:style>
          <a:lnRef idx="0"/>
          <a:fillRef idx="0"/>
          <a:effectRef idx="0"/>
          <a:fontRef idx="minor"/>
        </p:style>
        <p:txBody>
          <a:bodyPr wrap="none" lIns="0" rIns="0" tIns="0" bIns="0" anchor="t">
            <a:noAutofit/>
          </a:bodyPr>
          <a:p>
            <a:pPr marL="343080" indent="-343080">
              <a:lnSpc>
                <a:spcPts val="1599"/>
              </a:lnSpc>
              <a:buClr>
                <a:srgbClr val="61615c"/>
              </a:buClr>
              <a:buFont typeface="Symbol" charset="2"/>
              <a:buChar char=""/>
            </a:pPr>
            <a:r>
              <a:rPr b="0" lang="en-US" sz="1000" strike="noStrike" u="none">
                <a:solidFill>
                  <a:srgbClr val="61615c"/>
                </a:solidFill>
                <a:effectLst/>
                <a:uFillTx/>
                <a:latin typeface="Tomorrow"/>
                <a:ea typeface="Tomorrow"/>
              </a:rPr>
              <a:t>Correos electrónicos automatizados del sistema</a:t>
            </a:r>
            <a:endParaRPr b="0" lang="en-US" sz="1000" strike="noStrike" u="none">
              <a:solidFill>
                <a:srgbClr val="000000"/>
              </a:solidFill>
              <a:effectLst/>
              <a:uFillTx/>
              <a:latin typeface="Arial"/>
            </a:endParaRPr>
          </a:p>
        </p:txBody>
      </p:sp>
      <p:sp>
        <p:nvSpPr>
          <p:cNvPr id="190" name="Text 38"/>
          <p:cNvSpPr/>
          <p:nvPr/>
        </p:nvSpPr>
        <p:spPr>
          <a:xfrm>
            <a:off x="7480800" y="7505280"/>
            <a:ext cx="6584760" cy="206640"/>
          </a:xfrm>
          <a:prstGeom prst="rect">
            <a:avLst/>
          </a:prstGeom>
          <a:noFill/>
          <a:ln w="0">
            <a:noFill/>
          </a:ln>
        </p:spPr>
        <p:style>
          <a:lnRef idx="0"/>
          <a:fillRef idx="0"/>
          <a:effectRef idx="0"/>
          <a:fontRef idx="minor"/>
        </p:style>
        <p:txBody>
          <a:bodyPr wrap="none" lIns="0" rIns="0" tIns="0" bIns="0" anchor="t">
            <a:noAutofit/>
          </a:bodyPr>
          <a:p>
            <a:pPr marL="343080" indent="-343080">
              <a:lnSpc>
                <a:spcPts val="1599"/>
              </a:lnSpc>
              <a:buClr>
                <a:srgbClr val="61615c"/>
              </a:buClr>
              <a:buFont typeface="Symbol" charset="2"/>
              <a:buChar char=""/>
            </a:pPr>
            <a:r>
              <a:rPr b="0" lang="en-US" sz="1000" strike="noStrike" u="none">
                <a:solidFill>
                  <a:srgbClr val="61615c"/>
                </a:solidFill>
                <a:effectLst/>
                <a:uFillTx/>
                <a:latin typeface="Tomorrow"/>
                <a:ea typeface="Tomorrow"/>
              </a:rPr>
              <a:t>Pantallas de carga y transiciones</a:t>
            </a:r>
            <a:endParaRPr b="0" lang="en-US" sz="1000" strike="noStrike" u="none">
              <a:solidFill>
                <a:srgbClr val="000000"/>
              </a:solidFill>
              <a:effectLst/>
              <a:uFillTx/>
              <a:latin typeface="Arial"/>
            </a:endParaRPr>
          </a:p>
        </p:txBody>
      </p:sp>
      <p:pic>
        <p:nvPicPr>
          <p:cNvPr id="191" name="" descr=""/>
          <p:cNvPicPr/>
          <p:nvPr/>
        </p:nvPicPr>
        <p:blipFill>
          <a:blip r:embed="rId1"/>
          <a:stretch/>
        </p:blipFill>
        <p:spPr>
          <a:xfrm>
            <a:off x="12801600" y="7783200"/>
            <a:ext cx="1828800" cy="35208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Text 0"/>
          <p:cNvSpPr/>
          <p:nvPr/>
        </p:nvSpPr>
        <p:spPr>
          <a:xfrm>
            <a:off x="661320" y="519480"/>
            <a:ext cx="11810880" cy="589680"/>
          </a:xfrm>
          <a:prstGeom prst="rect">
            <a:avLst/>
          </a:prstGeom>
          <a:noFill/>
          <a:ln w="0">
            <a:noFill/>
          </a:ln>
        </p:spPr>
        <p:style>
          <a:lnRef idx="0"/>
          <a:fillRef idx="0"/>
          <a:effectRef idx="0"/>
          <a:fontRef idx="minor"/>
        </p:style>
        <p:txBody>
          <a:bodyPr wrap="none" lIns="0" rIns="0" tIns="0" bIns="0" anchor="t">
            <a:noAutofit/>
          </a:bodyPr>
          <a:p>
            <a:pPr>
              <a:lnSpc>
                <a:spcPts val="4601"/>
              </a:lnSpc>
              <a:tabLst>
                <a:tab algn="l" pos="0"/>
              </a:tabLst>
            </a:pPr>
            <a:r>
              <a:rPr b="0" lang="en-US" sz="3700" strike="noStrike" u="none">
                <a:solidFill>
                  <a:srgbClr val="1d1d1b"/>
                </a:solidFill>
                <a:effectLst/>
                <a:uFillTx/>
                <a:latin typeface="Tomorrow Semi Bold"/>
                <a:ea typeface="Tomorrow Semi Bold"/>
              </a:rPr>
              <a:t>Gestión de Roles: Control Inteligente de Permisos</a:t>
            </a:r>
            <a:endParaRPr b="0" lang="en-US" sz="3700" strike="noStrike" u="none">
              <a:solidFill>
                <a:srgbClr val="000000"/>
              </a:solidFill>
              <a:effectLst/>
              <a:uFillTx/>
              <a:latin typeface="Arial"/>
            </a:endParaRPr>
          </a:p>
        </p:txBody>
      </p:sp>
      <p:sp>
        <p:nvSpPr>
          <p:cNvPr id="193" name="Text 1"/>
          <p:cNvSpPr/>
          <p:nvPr/>
        </p:nvSpPr>
        <p:spPr>
          <a:xfrm>
            <a:off x="661320" y="1487520"/>
            <a:ext cx="13307760" cy="60408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0" lang="en-US" sz="1450" strike="noStrike" u="none">
                <a:solidFill>
                  <a:srgbClr val="61615c"/>
                </a:solidFill>
                <a:effectLst/>
                <a:uFillTx/>
                <a:latin typeface="Tomorrow"/>
                <a:ea typeface="Tomorrow"/>
              </a:rPr>
              <a:t>Un </a:t>
            </a:r>
            <a:r>
              <a:rPr b="1" lang="en-US" sz="1450" strike="noStrike" u="none">
                <a:solidFill>
                  <a:srgbClr val="61615c"/>
                </a:solidFill>
                <a:effectLst/>
                <a:uFillTx/>
                <a:latin typeface="Tomorrow"/>
                <a:ea typeface="Tomorrow"/>
              </a:rPr>
              <a:t>rol</a:t>
            </a:r>
            <a:r>
              <a:rPr b="0" lang="en-US" sz="1450" strike="noStrike" u="none">
                <a:solidFill>
                  <a:srgbClr val="61615c"/>
                </a:solidFill>
                <a:effectLst/>
                <a:uFillTx/>
                <a:latin typeface="Tomorrow"/>
                <a:ea typeface="Tomorrow"/>
              </a:rPr>
              <a:t> es una plantilla estratégica de permisos que define con precisión qué acciones puede realizar cada tipo de usuario en el sistema. Esta arquitectura de seguridad le permite mantener control granular sobre su información empresarial.</a:t>
            </a:r>
            <a:endParaRPr b="0" lang="en-US" sz="1450" strike="noStrike" u="none">
              <a:solidFill>
                <a:srgbClr val="000000"/>
              </a:solidFill>
              <a:effectLst/>
              <a:uFillTx/>
              <a:latin typeface="Arial"/>
            </a:endParaRPr>
          </a:p>
        </p:txBody>
      </p:sp>
      <p:sp>
        <p:nvSpPr>
          <p:cNvPr id="194" name="Shape 2"/>
          <p:cNvSpPr/>
          <p:nvPr/>
        </p:nvSpPr>
        <p:spPr>
          <a:xfrm>
            <a:off x="661320" y="2304360"/>
            <a:ext cx="6559200" cy="2608560"/>
          </a:xfrm>
          <a:prstGeom prst="roundRect">
            <a:avLst>
              <a:gd name="adj" fmla="val 1086"/>
            </a:avLst>
          </a:prstGeom>
          <a:solidFill>
            <a:srgbClr val="f0eaea"/>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95" name="Text 3"/>
          <p:cNvSpPr/>
          <p:nvPr/>
        </p:nvSpPr>
        <p:spPr>
          <a:xfrm>
            <a:off x="849960" y="2493360"/>
            <a:ext cx="3227760" cy="294840"/>
          </a:xfrm>
          <a:prstGeom prst="rect">
            <a:avLst/>
          </a:prstGeom>
          <a:noFill/>
          <a:ln w="0">
            <a:noFill/>
          </a:ln>
        </p:spPr>
        <p:style>
          <a:lnRef idx="0"/>
          <a:fillRef idx="0"/>
          <a:effectRef idx="0"/>
          <a:fontRef idx="minor"/>
        </p:style>
        <p:txBody>
          <a:bodyPr wrap="none" lIns="0" rIns="0" tIns="0" bIns="0" anchor="t">
            <a:noAutofit/>
          </a:bodyPr>
          <a:p>
            <a:pPr>
              <a:lnSpc>
                <a:spcPts val="2299"/>
              </a:lnSpc>
              <a:tabLst>
                <a:tab algn="l" pos="0"/>
              </a:tabLst>
            </a:pPr>
            <a:r>
              <a:rPr b="0" lang="en-US" sz="1850" strike="noStrike" u="none">
                <a:solidFill>
                  <a:srgbClr val="61615c"/>
                </a:solidFill>
                <a:effectLst/>
                <a:uFillTx/>
                <a:latin typeface="Tomorrow Semi Bold"/>
                <a:ea typeface="Tomorrow Semi Bold"/>
              </a:rPr>
              <a:t>Administrador de Empresa</a:t>
            </a:r>
            <a:endParaRPr b="0" lang="en-US" sz="1850" strike="noStrike" u="none">
              <a:solidFill>
                <a:srgbClr val="000000"/>
              </a:solidFill>
              <a:effectLst/>
              <a:uFillTx/>
              <a:latin typeface="Arial"/>
            </a:endParaRPr>
          </a:p>
        </p:txBody>
      </p:sp>
      <p:sp>
        <p:nvSpPr>
          <p:cNvPr id="196" name="Text 4"/>
          <p:cNvSpPr/>
          <p:nvPr/>
        </p:nvSpPr>
        <p:spPr>
          <a:xfrm>
            <a:off x="849960" y="2901600"/>
            <a:ext cx="6181560" cy="30204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1" lang="en-US" sz="1450" strike="noStrike" u="none">
                <a:solidFill>
                  <a:srgbClr val="61615c"/>
                </a:solidFill>
                <a:effectLst/>
                <a:uFillTx/>
                <a:latin typeface="Tomorrow"/>
                <a:ea typeface="Tomorrow"/>
              </a:rPr>
              <a:t>Control total de la organización</a:t>
            </a:r>
            <a:endParaRPr b="0" lang="en-US" sz="1450" strike="noStrike" u="none">
              <a:solidFill>
                <a:srgbClr val="000000"/>
              </a:solidFill>
              <a:effectLst/>
              <a:uFillTx/>
              <a:latin typeface="Arial"/>
            </a:endParaRPr>
          </a:p>
        </p:txBody>
      </p:sp>
      <p:sp>
        <p:nvSpPr>
          <p:cNvPr id="197" name="Text 5"/>
          <p:cNvSpPr/>
          <p:nvPr/>
        </p:nvSpPr>
        <p:spPr>
          <a:xfrm>
            <a:off x="849960" y="3317040"/>
            <a:ext cx="6181560" cy="302040"/>
          </a:xfrm>
          <a:prstGeom prst="rect">
            <a:avLst/>
          </a:prstGeom>
          <a:noFill/>
          <a:ln w="0">
            <a:noFill/>
          </a:ln>
        </p:spPr>
        <p:style>
          <a:lnRef idx="0"/>
          <a:fillRef idx="0"/>
          <a:effectRef idx="0"/>
          <a:fontRef idx="minor"/>
        </p:style>
        <p:txBody>
          <a:bodyPr wrap="none" lIns="0" rIns="0" tIns="0" bIns="0" anchor="t">
            <a:noAutofit/>
          </a:bodyPr>
          <a:p>
            <a:pPr marL="343080" indent="-343080">
              <a:lnSpc>
                <a:spcPts val="2350"/>
              </a:lnSpc>
              <a:buClr>
                <a:srgbClr val="61615c"/>
              </a:buClr>
              <a:buFont typeface="Symbol" charset="2"/>
              <a:buChar char=""/>
            </a:pPr>
            <a:r>
              <a:rPr b="0" lang="en-US" sz="1450" strike="noStrike" u="none">
                <a:solidFill>
                  <a:srgbClr val="61615c"/>
                </a:solidFill>
                <a:effectLst/>
                <a:uFillTx/>
                <a:latin typeface="Tomorrow"/>
                <a:ea typeface="Tomorrow"/>
              </a:rPr>
              <a:t>Gestión completa de usuarios y roles</a:t>
            </a:r>
            <a:endParaRPr b="0" lang="en-US" sz="1450" strike="noStrike" u="none">
              <a:solidFill>
                <a:srgbClr val="000000"/>
              </a:solidFill>
              <a:effectLst/>
              <a:uFillTx/>
              <a:latin typeface="Arial"/>
            </a:endParaRPr>
          </a:p>
        </p:txBody>
      </p:sp>
      <p:sp>
        <p:nvSpPr>
          <p:cNvPr id="198" name="Text 6"/>
          <p:cNvSpPr/>
          <p:nvPr/>
        </p:nvSpPr>
        <p:spPr>
          <a:xfrm>
            <a:off x="849960" y="3685320"/>
            <a:ext cx="6181560" cy="302040"/>
          </a:xfrm>
          <a:prstGeom prst="rect">
            <a:avLst/>
          </a:prstGeom>
          <a:noFill/>
          <a:ln w="0">
            <a:noFill/>
          </a:ln>
        </p:spPr>
        <p:style>
          <a:lnRef idx="0"/>
          <a:fillRef idx="0"/>
          <a:effectRef idx="0"/>
          <a:fontRef idx="minor"/>
        </p:style>
        <p:txBody>
          <a:bodyPr wrap="none" lIns="0" rIns="0" tIns="0" bIns="0" anchor="t">
            <a:noAutofit/>
          </a:bodyPr>
          <a:p>
            <a:pPr marL="343080" indent="-343080">
              <a:lnSpc>
                <a:spcPts val="2350"/>
              </a:lnSpc>
              <a:buClr>
                <a:srgbClr val="61615c"/>
              </a:buClr>
              <a:buFont typeface="Symbol" charset="2"/>
              <a:buChar char=""/>
            </a:pPr>
            <a:r>
              <a:rPr b="0" lang="en-US" sz="1450" strike="noStrike" u="none">
                <a:solidFill>
                  <a:srgbClr val="61615c"/>
                </a:solidFill>
                <a:effectLst/>
                <a:uFillTx/>
                <a:latin typeface="Tomorrow"/>
                <a:ea typeface="Tomorrow"/>
              </a:rPr>
              <a:t>Configuración de empresa y branding</a:t>
            </a:r>
            <a:endParaRPr b="0" lang="en-US" sz="1450" strike="noStrike" u="none">
              <a:solidFill>
                <a:srgbClr val="000000"/>
              </a:solidFill>
              <a:effectLst/>
              <a:uFillTx/>
              <a:latin typeface="Arial"/>
            </a:endParaRPr>
          </a:p>
        </p:txBody>
      </p:sp>
      <p:sp>
        <p:nvSpPr>
          <p:cNvPr id="199" name="Text 7"/>
          <p:cNvSpPr/>
          <p:nvPr/>
        </p:nvSpPr>
        <p:spPr>
          <a:xfrm>
            <a:off x="849960" y="4053960"/>
            <a:ext cx="6181560" cy="302040"/>
          </a:xfrm>
          <a:prstGeom prst="rect">
            <a:avLst/>
          </a:prstGeom>
          <a:noFill/>
          <a:ln w="0">
            <a:noFill/>
          </a:ln>
        </p:spPr>
        <p:style>
          <a:lnRef idx="0"/>
          <a:fillRef idx="0"/>
          <a:effectRef idx="0"/>
          <a:fontRef idx="minor"/>
        </p:style>
        <p:txBody>
          <a:bodyPr wrap="none" lIns="0" rIns="0" tIns="0" bIns="0" anchor="t">
            <a:noAutofit/>
          </a:bodyPr>
          <a:p>
            <a:pPr marL="343080" indent="-343080">
              <a:lnSpc>
                <a:spcPts val="2350"/>
              </a:lnSpc>
              <a:buClr>
                <a:srgbClr val="61615c"/>
              </a:buClr>
              <a:buFont typeface="Symbol" charset="2"/>
              <a:buChar char=""/>
            </a:pPr>
            <a:r>
              <a:rPr b="0" lang="en-US" sz="1450" strike="noStrike" u="none">
                <a:solidFill>
                  <a:srgbClr val="61615c"/>
                </a:solidFill>
                <a:effectLst/>
                <a:uFillTx/>
                <a:latin typeface="Tomorrow"/>
                <a:ea typeface="Tomorrow"/>
              </a:rPr>
              <a:t>Acceso a todos los módulos y funciones</a:t>
            </a:r>
            <a:endParaRPr b="0" lang="en-US" sz="1450" strike="noStrike" u="none">
              <a:solidFill>
                <a:srgbClr val="000000"/>
              </a:solidFill>
              <a:effectLst/>
              <a:uFillTx/>
              <a:latin typeface="Arial"/>
            </a:endParaRPr>
          </a:p>
        </p:txBody>
      </p:sp>
      <p:sp>
        <p:nvSpPr>
          <p:cNvPr id="200" name="Text 8"/>
          <p:cNvSpPr/>
          <p:nvPr/>
        </p:nvSpPr>
        <p:spPr>
          <a:xfrm>
            <a:off x="849960" y="4422240"/>
            <a:ext cx="6181560" cy="302040"/>
          </a:xfrm>
          <a:prstGeom prst="rect">
            <a:avLst/>
          </a:prstGeom>
          <a:noFill/>
          <a:ln w="0">
            <a:noFill/>
          </a:ln>
        </p:spPr>
        <p:style>
          <a:lnRef idx="0"/>
          <a:fillRef idx="0"/>
          <a:effectRef idx="0"/>
          <a:fontRef idx="minor"/>
        </p:style>
        <p:txBody>
          <a:bodyPr wrap="none" lIns="0" rIns="0" tIns="0" bIns="0" anchor="t">
            <a:noAutofit/>
          </a:bodyPr>
          <a:p>
            <a:pPr marL="343080" indent="-343080">
              <a:lnSpc>
                <a:spcPts val="2350"/>
              </a:lnSpc>
              <a:buClr>
                <a:srgbClr val="61615c"/>
              </a:buClr>
              <a:buFont typeface="Symbol" charset="2"/>
              <a:buChar char=""/>
            </a:pPr>
            <a:r>
              <a:rPr b="0" lang="en-US" sz="1450" strike="noStrike" u="none">
                <a:solidFill>
                  <a:srgbClr val="61615c"/>
                </a:solidFill>
                <a:effectLst/>
                <a:uFillTx/>
                <a:latin typeface="Tomorrow"/>
                <a:ea typeface="Tomorrow"/>
              </a:rPr>
              <a:t>Visualización de auditorías completas</a:t>
            </a:r>
            <a:endParaRPr b="0" lang="en-US" sz="1450" strike="noStrike" u="none">
              <a:solidFill>
                <a:srgbClr val="000000"/>
              </a:solidFill>
              <a:effectLst/>
              <a:uFillTx/>
              <a:latin typeface="Arial"/>
            </a:endParaRPr>
          </a:p>
        </p:txBody>
      </p:sp>
      <p:sp>
        <p:nvSpPr>
          <p:cNvPr id="201" name="Shape 9"/>
          <p:cNvSpPr/>
          <p:nvPr/>
        </p:nvSpPr>
        <p:spPr>
          <a:xfrm>
            <a:off x="7409520" y="2304360"/>
            <a:ext cx="6559200" cy="2608560"/>
          </a:xfrm>
          <a:prstGeom prst="roundRect">
            <a:avLst>
              <a:gd name="adj" fmla="val 1086"/>
            </a:avLst>
          </a:prstGeom>
          <a:solidFill>
            <a:srgbClr val="f0eaea"/>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02" name="Text 10"/>
          <p:cNvSpPr/>
          <p:nvPr/>
        </p:nvSpPr>
        <p:spPr>
          <a:xfrm>
            <a:off x="7598520" y="2493360"/>
            <a:ext cx="3706560" cy="294840"/>
          </a:xfrm>
          <a:prstGeom prst="rect">
            <a:avLst/>
          </a:prstGeom>
          <a:noFill/>
          <a:ln w="0">
            <a:noFill/>
          </a:ln>
        </p:spPr>
        <p:style>
          <a:lnRef idx="0"/>
          <a:fillRef idx="0"/>
          <a:effectRef idx="0"/>
          <a:fontRef idx="minor"/>
        </p:style>
        <p:txBody>
          <a:bodyPr wrap="none" lIns="0" rIns="0" tIns="0" bIns="0" anchor="t">
            <a:noAutofit/>
          </a:bodyPr>
          <a:p>
            <a:pPr>
              <a:lnSpc>
                <a:spcPts val="2299"/>
              </a:lnSpc>
              <a:tabLst>
                <a:tab algn="l" pos="0"/>
              </a:tabLst>
            </a:pPr>
            <a:r>
              <a:rPr b="0" lang="en-US" sz="1850" strike="noStrike" u="none">
                <a:solidFill>
                  <a:srgbClr val="61615c"/>
                </a:solidFill>
                <a:effectLst/>
                <a:uFillTx/>
                <a:latin typeface="Tomorrow Semi Bold"/>
                <a:ea typeface="Tomorrow Semi Bold"/>
              </a:rPr>
              <a:t>Gerente de Recursos Humanos</a:t>
            </a:r>
            <a:endParaRPr b="0" lang="en-US" sz="1850" strike="noStrike" u="none">
              <a:solidFill>
                <a:srgbClr val="000000"/>
              </a:solidFill>
              <a:effectLst/>
              <a:uFillTx/>
              <a:latin typeface="Arial"/>
            </a:endParaRPr>
          </a:p>
        </p:txBody>
      </p:sp>
      <p:sp>
        <p:nvSpPr>
          <p:cNvPr id="203" name="Text 11"/>
          <p:cNvSpPr/>
          <p:nvPr/>
        </p:nvSpPr>
        <p:spPr>
          <a:xfrm>
            <a:off x="7598520" y="2901600"/>
            <a:ext cx="6181560" cy="30204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1" lang="en-US" sz="1450" strike="noStrike" u="none">
                <a:solidFill>
                  <a:srgbClr val="61615c"/>
                </a:solidFill>
                <a:effectLst/>
                <a:uFillTx/>
                <a:latin typeface="Tomorrow"/>
                <a:ea typeface="Tomorrow"/>
              </a:rPr>
              <a:t>Gestión integral de personal</a:t>
            </a:r>
            <a:endParaRPr b="0" lang="en-US" sz="1450" strike="noStrike" u="none">
              <a:solidFill>
                <a:srgbClr val="000000"/>
              </a:solidFill>
              <a:effectLst/>
              <a:uFillTx/>
              <a:latin typeface="Arial"/>
            </a:endParaRPr>
          </a:p>
        </p:txBody>
      </p:sp>
      <p:sp>
        <p:nvSpPr>
          <p:cNvPr id="204" name="Text 12"/>
          <p:cNvSpPr/>
          <p:nvPr/>
        </p:nvSpPr>
        <p:spPr>
          <a:xfrm>
            <a:off x="7598520" y="3317040"/>
            <a:ext cx="6181560" cy="302040"/>
          </a:xfrm>
          <a:prstGeom prst="rect">
            <a:avLst/>
          </a:prstGeom>
          <a:noFill/>
          <a:ln w="0">
            <a:noFill/>
          </a:ln>
        </p:spPr>
        <p:style>
          <a:lnRef idx="0"/>
          <a:fillRef idx="0"/>
          <a:effectRef idx="0"/>
          <a:fontRef idx="minor"/>
        </p:style>
        <p:txBody>
          <a:bodyPr wrap="none" lIns="0" rIns="0" tIns="0" bIns="0" anchor="t">
            <a:noAutofit/>
          </a:bodyPr>
          <a:p>
            <a:pPr marL="343080" indent="-343080">
              <a:lnSpc>
                <a:spcPts val="2350"/>
              </a:lnSpc>
              <a:buClr>
                <a:srgbClr val="61615c"/>
              </a:buClr>
              <a:buFont typeface="Symbol" charset="2"/>
              <a:buChar char=""/>
            </a:pPr>
            <a:r>
              <a:rPr b="0" lang="en-US" sz="1450" strike="noStrike" u="none">
                <a:solidFill>
                  <a:srgbClr val="61615c"/>
                </a:solidFill>
                <a:effectLst/>
                <a:uFillTx/>
                <a:latin typeface="Tomorrow"/>
                <a:ea typeface="Tomorrow"/>
              </a:rPr>
              <a:t>Ver, crear y editar información de empleados</a:t>
            </a:r>
            <a:endParaRPr b="0" lang="en-US" sz="1450" strike="noStrike" u="none">
              <a:solidFill>
                <a:srgbClr val="000000"/>
              </a:solidFill>
              <a:effectLst/>
              <a:uFillTx/>
              <a:latin typeface="Arial"/>
            </a:endParaRPr>
          </a:p>
        </p:txBody>
      </p:sp>
      <p:sp>
        <p:nvSpPr>
          <p:cNvPr id="205" name="Text 13"/>
          <p:cNvSpPr/>
          <p:nvPr/>
        </p:nvSpPr>
        <p:spPr>
          <a:xfrm>
            <a:off x="7598520" y="3685320"/>
            <a:ext cx="6181560" cy="302040"/>
          </a:xfrm>
          <a:prstGeom prst="rect">
            <a:avLst/>
          </a:prstGeom>
          <a:noFill/>
          <a:ln w="0">
            <a:noFill/>
          </a:ln>
        </p:spPr>
        <p:style>
          <a:lnRef idx="0"/>
          <a:fillRef idx="0"/>
          <a:effectRef idx="0"/>
          <a:fontRef idx="minor"/>
        </p:style>
        <p:txBody>
          <a:bodyPr wrap="none" lIns="0" rIns="0" tIns="0" bIns="0" anchor="t">
            <a:noAutofit/>
          </a:bodyPr>
          <a:p>
            <a:pPr marL="343080" indent="-343080">
              <a:lnSpc>
                <a:spcPts val="2350"/>
              </a:lnSpc>
              <a:buClr>
                <a:srgbClr val="61615c"/>
              </a:buClr>
              <a:buFont typeface="Symbol" charset="2"/>
              <a:buChar char=""/>
            </a:pPr>
            <a:r>
              <a:rPr b="0" lang="en-US" sz="1450" strike="noStrike" u="none">
                <a:solidFill>
                  <a:srgbClr val="61615c"/>
                </a:solidFill>
                <a:effectLst/>
                <a:uFillTx/>
                <a:latin typeface="Tomorrow"/>
                <a:ea typeface="Tomorrow"/>
              </a:rPr>
              <a:t>Procesar y generar reportes de nómina</a:t>
            </a:r>
            <a:endParaRPr b="0" lang="en-US" sz="1450" strike="noStrike" u="none">
              <a:solidFill>
                <a:srgbClr val="000000"/>
              </a:solidFill>
              <a:effectLst/>
              <a:uFillTx/>
              <a:latin typeface="Arial"/>
            </a:endParaRPr>
          </a:p>
        </p:txBody>
      </p:sp>
      <p:sp>
        <p:nvSpPr>
          <p:cNvPr id="206" name="Text 14"/>
          <p:cNvSpPr/>
          <p:nvPr/>
        </p:nvSpPr>
        <p:spPr>
          <a:xfrm>
            <a:off x="7598520" y="4053960"/>
            <a:ext cx="6181560" cy="302040"/>
          </a:xfrm>
          <a:prstGeom prst="rect">
            <a:avLst/>
          </a:prstGeom>
          <a:noFill/>
          <a:ln w="0">
            <a:noFill/>
          </a:ln>
        </p:spPr>
        <p:style>
          <a:lnRef idx="0"/>
          <a:fillRef idx="0"/>
          <a:effectRef idx="0"/>
          <a:fontRef idx="minor"/>
        </p:style>
        <p:txBody>
          <a:bodyPr wrap="none" lIns="0" rIns="0" tIns="0" bIns="0" anchor="t">
            <a:noAutofit/>
          </a:bodyPr>
          <a:p>
            <a:pPr marL="343080" indent="-343080">
              <a:lnSpc>
                <a:spcPts val="2350"/>
              </a:lnSpc>
              <a:buClr>
                <a:srgbClr val="61615c"/>
              </a:buClr>
              <a:buFont typeface="Symbol" charset="2"/>
              <a:buChar char=""/>
            </a:pPr>
            <a:r>
              <a:rPr b="0" lang="en-US" sz="1450" strike="noStrike" u="none">
                <a:solidFill>
                  <a:srgbClr val="61615c"/>
                </a:solidFill>
                <a:effectLst/>
                <a:uFillTx/>
                <a:latin typeface="Tomorrow"/>
                <a:ea typeface="Tomorrow"/>
              </a:rPr>
              <a:t>Gestionar documentos y contratos</a:t>
            </a:r>
            <a:endParaRPr b="0" lang="en-US" sz="1450" strike="noStrike" u="none">
              <a:solidFill>
                <a:srgbClr val="000000"/>
              </a:solidFill>
              <a:effectLst/>
              <a:uFillTx/>
              <a:latin typeface="Arial"/>
            </a:endParaRPr>
          </a:p>
        </p:txBody>
      </p:sp>
      <p:sp>
        <p:nvSpPr>
          <p:cNvPr id="207" name="Text 15"/>
          <p:cNvSpPr/>
          <p:nvPr/>
        </p:nvSpPr>
        <p:spPr>
          <a:xfrm>
            <a:off x="7598520" y="4422240"/>
            <a:ext cx="6181560" cy="302040"/>
          </a:xfrm>
          <a:prstGeom prst="rect">
            <a:avLst/>
          </a:prstGeom>
          <a:noFill/>
          <a:ln w="0">
            <a:noFill/>
          </a:ln>
        </p:spPr>
        <p:style>
          <a:lnRef idx="0"/>
          <a:fillRef idx="0"/>
          <a:effectRef idx="0"/>
          <a:fontRef idx="minor"/>
        </p:style>
        <p:txBody>
          <a:bodyPr wrap="none" lIns="0" rIns="0" tIns="0" bIns="0" anchor="t">
            <a:noAutofit/>
          </a:bodyPr>
          <a:p>
            <a:pPr marL="343080" indent="-343080">
              <a:lnSpc>
                <a:spcPts val="2350"/>
              </a:lnSpc>
              <a:buClr>
                <a:srgbClr val="61615c"/>
              </a:buClr>
              <a:buFont typeface="Symbol" charset="2"/>
              <a:buChar char=""/>
            </a:pPr>
            <a:r>
              <a:rPr b="0" lang="en-US" sz="1450" strike="noStrike" u="none">
                <a:solidFill>
                  <a:srgbClr val="61615c"/>
                </a:solidFill>
                <a:effectLst/>
                <a:uFillTx/>
                <a:latin typeface="Tomorrow"/>
                <a:ea typeface="Tomorrow"/>
              </a:rPr>
              <a:t>Acceso a métricas de talento humano</a:t>
            </a:r>
            <a:endParaRPr b="0" lang="en-US" sz="1450" strike="noStrike" u="none">
              <a:solidFill>
                <a:srgbClr val="000000"/>
              </a:solidFill>
              <a:effectLst/>
              <a:uFillTx/>
              <a:latin typeface="Arial"/>
            </a:endParaRPr>
          </a:p>
        </p:txBody>
      </p:sp>
      <p:sp>
        <p:nvSpPr>
          <p:cNvPr id="208" name="Shape 16"/>
          <p:cNvSpPr/>
          <p:nvPr/>
        </p:nvSpPr>
        <p:spPr>
          <a:xfrm>
            <a:off x="661320" y="5102280"/>
            <a:ext cx="6559200" cy="2608560"/>
          </a:xfrm>
          <a:prstGeom prst="roundRect">
            <a:avLst>
              <a:gd name="adj" fmla="val 1086"/>
            </a:avLst>
          </a:prstGeom>
          <a:solidFill>
            <a:srgbClr val="f0eaea"/>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09" name="Text 17"/>
          <p:cNvSpPr/>
          <p:nvPr/>
        </p:nvSpPr>
        <p:spPr>
          <a:xfrm>
            <a:off x="849960" y="5290920"/>
            <a:ext cx="2574720" cy="294840"/>
          </a:xfrm>
          <a:prstGeom prst="rect">
            <a:avLst/>
          </a:prstGeom>
          <a:noFill/>
          <a:ln w="0">
            <a:noFill/>
          </a:ln>
        </p:spPr>
        <p:style>
          <a:lnRef idx="0"/>
          <a:fillRef idx="0"/>
          <a:effectRef idx="0"/>
          <a:fontRef idx="minor"/>
        </p:style>
        <p:txBody>
          <a:bodyPr wrap="none" lIns="0" rIns="0" tIns="0" bIns="0" anchor="t">
            <a:noAutofit/>
          </a:bodyPr>
          <a:p>
            <a:pPr>
              <a:lnSpc>
                <a:spcPts val="2299"/>
              </a:lnSpc>
              <a:tabLst>
                <a:tab algn="l" pos="0"/>
              </a:tabLst>
            </a:pPr>
            <a:r>
              <a:rPr b="0" lang="en-US" sz="1850" strike="noStrike" u="none">
                <a:solidFill>
                  <a:srgbClr val="61615c"/>
                </a:solidFill>
                <a:effectLst/>
                <a:uFillTx/>
                <a:latin typeface="Tomorrow Semi Bold"/>
                <a:ea typeface="Tomorrow Semi Bold"/>
              </a:rPr>
              <a:t>Supervisor de Equipo</a:t>
            </a:r>
            <a:endParaRPr b="0" lang="en-US" sz="1850" strike="noStrike" u="none">
              <a:solidFill>
                <a:srgbClr val="000000"/>
              </a:solidFill>
              <a:effectLst/>
              <a:uFillTx/>
              <a:latin typeface="Arial"/>
            </a:endParaRPr>
          </a:p>
        </p:txBody>
      </p:sp>
      <p:sp>
        <p:nvSpPr>
          <p:cNvPr id="210" name="Text 18"/>
          <p:cNvSpPr/>
          <p:nvPr/>
        </p:nvSpPr>
        <p:spPr>
          <a:xfrm>
            <a:off x="849960" y="5699160"/>
            <a:ext cx="6181560" cy="30204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1" lang="en-US" sz="1450" strike="noStrike" u="none">
                <a:solidFill>
                  <a:srgbClr val="61615c"/>
                </a:solidFill>
                <a:effectLst/>
                <a:uFillTx/>
                <a:latin typeface="Tomorrow"/>
                <a:ea typeface="Tomorrow"/>
              </a:rPr>
              <a:t>Gestión departamental</a:t>
            </a:r>
            <a:endParaRPr b="0" lang="en-US" sz="1450" strike="noStrike" u="none">
              <a:solidFill>
                <a:srgbClr val="000000"/>
              </a:solidFill>
              <a:effectLst/>
              <a:uFillTx/>
              <a:latin typeface="Arial"/>
            </a:endParaRPr>
          </a:p>
        </p:txBody>
      </p:sp>
      <p:sp>
        <p:nvSpPr>
          <p:cNvPr id="211" name="Text 19"/>
          <p:cNvSpPr/>
          <p:nvPr/>
        </p:nvSpPr>
        <p:spPr>
          <a:xfrm>
            <a:off x="849960" y="6114960"/>
            <a:ext cx="6181560" cy="302040"/>
          </a:xfrm>
          <a:prstGeom prst="rect">
            <a:avLst/>
          </a:prstGeom>
          <a:noFill/>
          <a:ln w="0">
            <a:noFill/>
          </a:ln>
        </p:spPr>
        <p:style>
          <a:lnRef idx="0"/>
          <a:fillRef idx="0"/>
          <a:effectRef idx="0"/>
          <a:fontRef idx="minor"/>
        </p:style>
        <p:txBody>
          <a:bodyPr wrap="none" lIns="0" rIns="0" tIns="0" bIns="0" anchor="t">
            <a:noAutofit/>
          </a:bodyPr>
          <a:p>
            <a:pPr marL="343080" indent="-343080">
              <a:lnSpc>
                <a:spcPts val="2350"/>
              </a:lnSpc>
              <a:buClr>
                <a:srgbClr val="61615c"/>
              </a:buClr>
              <a:buFont typeface="Symbol" charset="2"/>
              <a:buChar char=""/>
            </a:pPr>
            <a:r>
              <a:rPr b="0" lang="en-US" sz="1450" strike="noStrike" u="none">
                <a:solidFill>
                  <a:srgbClr val="61615c"/>
                </a:solidFill>
                <a:effectLst/>
                <a:uFillTx/>
                <a:latin typeface="Tomorrow"/>
                <a:ea typeface="Tomorrow"/>
              </a:rPr>
              <a:t>Ver información de su departamento específico</a:t>
            </a:r>
            <a:endParaRPr b="0" lang="en-US" sz="1450" strike="noStrike" u="none">
              <a:solidFill>
                <a:srgbClr val="000000"/>
              </a:solidFill>
              <a:effectLst/>
              <a:uFillTx/>
              <a:latin typeface="Arial"/>
            </a:endParaRPr>
          </a:p>
        </p:txBody>
      </p:sp>
      <p:sp>
        <p:nvSpPr>
          <p:cNvPr id="212" name="Text 20"/>
          <p:cNvSpPr/>
          <p:nvPr/>
        </p:nvSpPr>
        <p:spPr>
          <a:xfrm>
            <a:off x="849960" y="6483240"/>
            <a:ext cx="6181560" cy="302040"/>
          </a:xfrm>
          <a:prstGeom prst="rect">
            <a:avLst/>
          </a:prstGeom>
          <a:noFill/>
          <a:ln w="0">
            <a:noFill/>
          </a:ln>
        </p:spPr>
        <p:style>
          <a:lnRef idx="0"/>
          <a:fillRef idx="0"/>
          <a:effectRef idx="0"/>
          <a:fontRef idx="minor"/>
        </p:style>
        <p:txBody>
          <a:bodyPr wrap="none" lIns="0" rIns="0" tIns="0" bIns="0" anchor="t">
            <a:noAutofit/>
          </a:bodyPr>
          <a:p>
            <a:pPr marL="343080" indent="-343080">
              <a:lnSpc>
                <a:spcPts val="2350"/>
              </a:lnSpc>
              <a:buClr>
                <a:srgbClr val="61615c"/>
              </a:buClr>
              <a:buFont typeface="Symbol" charset="2"/>
              <a:buChar char=""/>
            </a:pPr>
            <a:r>
              <a:rPr b="0" lang="en-US" sz="1450" strike="noStrike" u="none">
                <a:solidFill>
                  <a:srgbClr val="61615c"/>
                </a:solidFill>
                <a:effectLst/>
                <a:uFillTx/>
                <a:latin typeface="Tomorrow"/>
                <a:ea typeface="Tomorrow"/>
              </a:rPr>
              <a:t>Generar reportes de su área</a:t>
            </a:r>
            <a:endParaRPr b="0" lang="en-US" sz="1450" strike="noStrike" u="none">
              <a:solidFill>
                <a:srgbClr val="000000"/>
              </a:solidFill>
              <a:effectLst/>
              <a:uFillTx/>
              <a:latin typeface="Arial"/>
            </a:endParaRPr>
          </a:p>
        </p:txBody>
      </p:sp>
      <p:sp>
        <p:nvSpPr>
          <p:cNvPr id="213" name="Text 21"/>
          <p:cNvSpPr/>
          <p:nvPr/>
        </p:nvSpPr>
        <p:spPr>
          <a:xfrm>
            <a:off x="849960" y="6851520"/>
            <a:ext cx="6181560" cy="302040"/>
          </a:xfrm>
          <a:prstGeom prst="rect">
            <a:avLst/>
          </a:prstGeom>
          <a:noFill/>
          <a:ln w="0">
            <a:noFill/>
          </a:ln>
        </p:spPr>
        <p:style>
          <a:lnRef idx="0"/>
          <a:fillRef idx="0"/>
          <a:effectRef idx="0"/>
          <a:fontRef idx="minor"/>
        </p:style>
        <p:txBody>
          <a:bodyPr wrap="none" lIns="0" rIns="0" tIns="0" bIns="0" anchor="t">
            <a:noAutofit/>
          </a:bodyPr>
          <a:p>
            <a:pPr marL="343080" indent="-343080">
              <a:lnSpc>
                <a:spcPts val="2350"/>
              </a:lnSpc>
              <a:buClr>
                <a:srgbClr val="61615c"/>
              </a:buClr>
              <a:buFont typeface="Symbol" charset="2"/>
              <a:buChar char=""/>
            </a:pPr>
            <a:r>
              <a:rPr b="0" lang="en-US" sz="1450" strike="noStrike" u="none">
                <a:solidFill>
                  <a:srgbClr val="61615c"/>
                </a:solidFill>
                <a:effectLst/>
                <a:uFillTx/>
                <a:latin typeface="Tomorrow"/>
                <a:ea typeface="Tomorrow"/>
              </a:rPr>
              <a:t>Aprobar solicitudes de su equipo</a:t>
            </a:r>
            <a:endParaRPr b="0" lang="en-US" sz="1450" strike="noStrike" u="none">
              <a:solidFill>
                <a:srgbClr val="000000"/>
              </a:solidFill>
              <a:effectLst/>
              <a:uFillTx/>
              <a:latin typeface="Arial"/>
            </a:endParaRPr>
          </a:p>
        </p:txBody>
      </p:sp>
      <p:sp>
        <p:nvSpPr>
          <p:cNvPr id="214" name="Text 22"/>
          <p:cNvSpPr/>
          <p:nvPr/>
        </p:nvSpPr>
        <p:spPr>
          <a:xfrm>
            <a:off x="849960" y="7219800"/>
            <a:ext cx="6181560" cy="302040"/>
          </a:xfrm>
          <a:prstGeom prst="rect">
            <a:avLst/>
          </a:prstGeom>
          <a:noFill/>
          <a:ln w="0">
            <a:noFill/>
          </a:ln>
        </p:spPr>
        <p:style>
          <a:lnRef idx="0"/>
          <a:fillRef idx="0"/>
          <a:effectRef idx="0"/>
          <a:fontRef idx="minor"/>
        </p:style>
        <p:txBody>
          <a:bodyPr wrap="none" lIns="0" rIns="0" tIns="0" bIns="0" anchor="t">
            <a:noAutofit/>
          </a:bodyPr>
          <a:p>
            <a:pPr marL="343080" indent="-343080">
              <a:lnSpc>
                <a:spcPts val="2350"/>
              </a:lnSpc>
              <a:buClr>
                <a:srgbClr val="61615c"/>
              </a:buClr>
              <a:buFont typeface="Symbol" charset="2"/>
              <a:buChar char=""/>
            </a:pPr>
            <a:r>
              <a:rPr b="0" lang="en-US" sz="1450" strike="noStrike" u="none">
                <a:solidFill>
                  <a:srgbClr val="61615c"/>
                </a:solidFill>
                <a:effectLst/>
                <a:uFillTx/>
                <a:latin typeface="Tomorrow"/>
                <a:ea typeface="Tomorrow"/>
              </a:rPr>
              <a:t>Monitorear indicadores de desempeño</a:t>
            </a:r>
            <a:endParaRPr b="0" lang="en-US" sz="1450" strike="noStrike" u="none">
              <a:solidFill>
                <a:srgbClr val="000000"/>
              </a:solidFill>
              <a:effectLst/>
              <a:uFillTx/>
              <a:latin typeface="Arial"/>
            </a:endParaRPr>
          </a:p>
        </p:txBody>
      </p:sp>
      <p:sp>
        <p:nvSpPr>
          <p:cNvPr id="215" name="Shape 23"/>
          <p:cNvSpPr/>
          <p:nvPr/>
        </p:nvSpPr>
        <p:spPr>
          <a:xfrm>
            <a:off x="7409520" y="5102280"/>
            <a:ext cx="6559200" cy="2608560"/>
          </a:xfrm>
          <a:prstGeom prst="roundRect">
            <a:avLst>
              <a:gd name="adj" fmla="val 1086"/>
            </a:avLst>
          </a:prstGeom>
          <a:solidFill>
            <a:srgbClr val="f0eaea"/>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6" name="Text 24"/>
          <p:cNvSpPr/>
          <p:nvPr/>
        </p:nvSpPr>
        <p:spPr>
          <a:xfrm>
            <a:off x="7598520" y="5290920"/>
            <a:ext cx="2360880" cy="294840"/>
          </a:xfrm>
          <a:prstGeom prst="rect">
            <a:avLst/>
          </a:prstGeom>
          <a:noFill/>
          <a:ln w="0">
            <a:noFill/>
          </a:ln>
        </p:spPr>
        <p:style>
          <a:lnRef idx="0"/>
          <a:fillRef idx="0"/>
          <a:effectRef idx="0"/>
          <a:fontRef idx="minor"/>
        </p:style>
        <p:txBody>
          <a:bodyPr wrap="none" lIns="0" rIns="0" tIns="0" bIns="0" anchor="t">
            <a:noAutofit/>
          </a:bodyPr>
          <a:p>
            <a:pPr>
              <a:lnSpc>
                <a:spcPts val="2299"/>
              </a:lnSpc>
              <a:tabLst>
                <a:tab algn="l" pos="0"/>
              </a:tabLst>
            </a:pPr>
            <a:r>
              <a:rPr b="0" lang="en-US" sz="1850" strike="noStrike" u="none">
                <a:solidFill>
                  <a:srgbClr val="61615c"/>
                </a:solidFill>
                <a:effectLst/>
                <a:uFillTx/>
                <a:latin typeface="Tomorrow Semi Bold"/>
                <a:ea typeface="Tomorrow Semi Bold"/>
              </a:rPr>
              <a:t>Usuario Básico</a:t>
            </a:r>
            <a:endParaRPr b="0" lang="en-US" sz="1850" strike="noStrike" u="none">
              <a:solidFill>
                <a:srgbClr val="000000"/>
              </a:solidFill>
              <a:effectLst/>
              <a:uFillTx/>
              <a:latin typeface="Arial"/>
            </a:endParaRPr>
          </a:p>
        </p:txBody>
      </p:sp>
      <p:sp>
        <p:nvSpPr>
          <p:cNvPr id="217" name="Text 25"/>
          <p:cNvSpPr/>
          <p:nvPr/>
        </p:nvSpPr>
        <p:spPr>
          <a:xfrm>
            <a:off x="7598520" y="5699160"/>
            <a:ext cx="6181560" cy="30204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1" lang="en-US" sz="1450" strike="noStrike" u="none">
                <a:solidFill>
                  <a:srgbClr val="61615c"/>
                </a:solidFill>
                <a:effectLst/>
                <a:uFillTx/>
                <a:latin typeface="Tomorrow"/>
                <a:ea typeface="Tomorrow"/>
              </a:rPr>
              <a:t>Acceso personal limitado</a:t>
            </a:r>
            <a:endParaRPr b="0" lang="en-US" sz="1450" strike="noStrike" u="none">
              <a:solidFill>
                <a:srgbClr val="000000"/>
              </a:solidFill>
              <a:effectLst/>
              <a:uFillTx/>
              <a:latin typeface="Arial"/>
            </a:endParaRPr>
          </a:p>
        </p:txBody>
      </p:sp>
      <p:sp>
        <p:nvSpPr>
          <p:cNvPr id="218" name="Text 26"/>
          <p:cNvSpPr/>
          <p:nvPr/>
        </p:nvSpPr>
        <p:spPr>
          <a:xfrm>
            <a:off x="7598520" y="6114960"/>
            <a:ext cx="6181560" cy="302040"/>
          </a:xfrm>
          <a:prstGeom prst="rect">
            <a:avLst/>
          </a:prstGeom>
          <a:noFill/>
          <a:ln w="0">
            <a:noFill/>
          </a:ln>
        </p:spPr>
        <p:style>
          <a:lnRef idx="0"/>
          <a:fillRef idx="0"/>
          <a:effectRef idx="0"/>
          <a:fontRef idx="minor"/>
        </p:style>
        <p:txBody>
          <a:bodyPr wrap="none" lIns="0" rIns="0" tIns="0" bIns="0" anchor="t">
            <a:noAutofit/>
          </a:bodyPr>
          <a:p>
            <a:pPr marL="343080" indent="-343080">
              <a:lnSpc>
                <a:spcPts val="2350"/>
              </a:lnSpc>
              <a:buClr>
                <a:srgbClr val="61615c"/>
              </a:buClr>
              <a:buFont typeface="Symbol" charset="2"/>
              <a:buChar char=""/>
            </a:pPr>
            <a:r>
              <a:rPr b="0" lang="en-US" sz="1450" strike="noStrike" u="none">
                <a:solidFill>
                  <a:srgbClr val="61615c"/>
                </a:solidFill>
                <a:effectLst/>
                <a:uFillTx/>
                <a:latin typeface="Tomorrow"/>
                <a:ea typeface="Tomorrow"/>
              </a:rPr>
              <a:t>Ver únicamente su propia información</a:t>
            </a:r>
            <a:endParaRPr b="0" lang="en-US" sz="1450" strike="noStrike" u="none">
              <a:solidFill>
                <a:srgbClr val="000000"/>
              </a:solidFill>
              <a:effectLst/>
              <a:uFillTx/>
              <a:latin typeface="Arial"/>
            </a:endParaRPr>
          </a:p>
        </p:txBody>
      </p:sp>
      <p:sp>
        <p:nvSpPr>
          <p:cNvPr id="219" name="Text 27"/>
          <p:cNvSpPr/>
          <p:nvPr/>
        </p:nvSpPr>
        <p:spPr>
          <a:xfrm>
            <a:off x="7598520" y="6483240"/>
            <a:ext cx="6181560" cy="302040"/>
          </a:xfrm>
          <a:prstGeom prst="rect">
            <a:avLst/>
          </a:prstGeom>
          <a:noFill/>
          <a:ln w="0">
            <a:noFill/>
          </a:ln>
        </p:spPr>
        <p:style>
          <a:lnRef idx="0"/>
          <a:fillRef idx="0"/>
          <a:effectRef idx="0"/>
          <a:fontRef idx="minor"/>
        </p:style>
        <p:txBody>
          <a:bodyPr wrap="none" lIns="0" rIns="0" tIns="0" bIns="0" anchor="t">
            <a:noAutofit/>
          </a:bodyPr>
          <a:p>
            <a:pPr marL="343080" indent="-343080">
              <a:lnSpc>
                <a:spcPts val="2350"/>
              </a:lnSpc>
              <a:buClr>
                <a:srgbClr val="61615c"/>
              </a:buClr>
              <a:buFont typeface="Symbol" charset="2"/>
              <a:buChar char=""/>
            </a:pPr>
            <a:r>
              <a:rPr b="0" lang="en-US" sz="1450" strike="noStrike" u="none">
                <a:solidFill>
                  <a:srgbClr val="61615c"/>
                </a:solidFill>
                <a:effectLst/>
                <a:uFillTx/>
                <a:latin typeface="Tomorrow"/>
                <a:ea typeface="Tomorrow"/>
              </a:rPr>
              <a:t>Actualizar datos personales básicos</a:t>
            </a:r>
            <a:endParaRPr b="0" lang="en-US" sz="1450" strike="noStrike" u="none">
              <a:solidFill>
                <a:srgbClr val="000000"/>
              </a:solidFill>
              <a:effectLst/>
              <a:uFillTx/>
              <a:latin typeface="Arial"/>
            </a:endParaRPr>
          </a:p>
        </p:txBody>
      </p:sp>
      <p:sp>
        <p:nvSpPr>
          <p:cNvPr id="220" name="Text 28"/>
          <p:cNvSpPr/>
          <p:nvPr/>
        </p:nvSpPr>
        <p:spPr>
          <a:xfrm>
            <a:off x="7598520" y="6851520"/>
            <a:ext cx="6181560" cy="302040"/>
          </a:xfrm>
          <a:prstGeom prst="rect">
            <a:avLst/>
          </a:prstGeom>
          <a:noFill/>
          <a:ln w="0">
            <a:noFill/>
          </a:ln>
        </p:spPr>
        <p:style>
          <a:lnRef idx="0"/>
          <a:fillRef idx="0"/>
          <a:effectRef idx="0"/>
          <a:fontRef idx="minor"/>
        </p:style>
        <p:txBody>
          <a:bodyPr wrap="none" lIns="0" rIns="0" tIns="0" bIns="0" anchor="t">
            <a:noAutofit/>
          </a:bodyPr>
          <a:p>
            <a:pPr marL="343080" indent="-343080">
              <a:lnSpc>
                <a:spcPts val="2350"/>
              </a:lnSpc>
              <a:buClr>
                <a:srgbClr val="61615c"/>
              </a:buClr>
              <a:buFont typeface="Symbol" charset="2"/>
              <a:buChar char=""/>
            </a:pPr>
            <a:r>
              <a:rPr b="0" lang="en-US" sz="1450" strike="noStrike" u="none">
                <a:solidFill>
                  <a:srgbClr val="61615c"/>
                </a:solidFill>
                <a:effectLst/>
                <a:uFillTx/>
                <a:latin typeface="Tomorrow"/>
                <a:ea typeface="Tomorrow"/>
              </a:rPr>
              <a:t>Descargar sus documentos y comprobantes</a:t>
            </a:r>
            <a:endParaRPr b="0" lang="en-US" sz="1450" strike="noStrike" u="none">
              <a:solidFill>
                <a:srgbClr val="000000"/>
              </a:solidFill>
              <a:effectLst/>
              <a:uFillTx/>
              <a:latin typeface="Arial"/>
            </a:endParaRPr>
          </a:p>
        </p:txBody>
      </p:sp>
      <p:sp>
        <p:nvSpPr>
          <p:cNvPr id="221" name="Text 29"/>
          <p:cNvSpPr/>
          <p:nvPr/>
        </p:nvSpPr>
        <p:spPr>
          <a:xfrm>
            <a:off x="7598520" y="7219800"/>
            <a:ext cx="6181560" cy="302040"/>
          </a:xfrm>
          <a:prstGeom prst="rect">
            <a:avLst/>
          </a:prstGeom>
          <a:noFill/>
          <a:ln w="0">
            <a:noFill/>
          </a:ln>
        </p:spPr>
        <p:style>
          <a:lnRef idx="0"/>
          <a:fillRef idx="0"/>
          <a:effectRef idx="0"/>
          <a:fontRef idx="minor"/>
        </p:style>
        <p:txBody>
          <a:bodyPr wrap="none" lIns="0" rIns="0" tIns="0" bIns="0" anchor="t">
            <a:noAutofit/>
          </a:bodyPr>
          <a:p>
            <a:pPr marL="343080" indent="-343080">
              <a:lnSpc>
                <a:spcPts val="2350"/>
              </a:lnSpc>
              <a:buClr>
                <a:srgbClr val="61615c"/>
              </a:buClr>
              <a:buFont typeface="Symbol" charset="2"/>
              <a:buChar char=""/>
            </a:pPr>
            <a:r>
              <a:rPr b="0" lang="en-US" sz="1450" strike="noStrike" u="none">
                <a:solidFill>
                  <a:srgbClr val="61615c"/>
                </a:solidFill>
                <a:effectLst/>
                <a:uFillTx/>
                <a:latin typeface="Tomorrow"/>
                <a:ea typeface="Tomorrow"/>
              </a:rPr>
              <a:t>Consultar su historial personal</a:t>
            </a:r>
            <a:endParaRPr b="0" lang="en-US" sz="1450" strike="noStrike" u="none">
              <a:solidFill>
                <a:srgbClr val="000000"/>
              </a:solidFill>
              <a:effectLst/>
              <a:uFillTx/>
              <a:latin typeface="Arial"/>
            </a:endParaRPr>
          </a:p>
        </p:txBody>
      </p:sp>
      <p:pic>
        <p:nvPicPr>
          <p:cNvPr id="222" name="" descr=""/>
          <p:cNvPicPr/>
          <p:nvPr/>
        </p:nvPicPr>
        <p:blipFill>
          <a:blip r:embed="rId1"/>
          <a:stretch/>
        </p:blipFill>
        <p:spPr>
          <a:xfrm>
            <a:off x="12801600" y="7783200"/>
            <a:ext cx="1828800" cy="35208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Text 0"/>
          <p:cNvSpPr/>
          <p:nvPr/>
        </p:nvSpPr>
        <p:spPr>
          <a:xfrm>
            <a:off x="572040" y="339480"/>
            <a:ext cx="7256160" cy="385560"/>
          </a:xfrm>
          <a:prstGeom prst="rect">
            <a:avLst/>
          </a:prstGeom>
          <a:noFill/>
          <a:ln w="0">
            <a:noFill/>
          </a:ln>
        </p:spPr>
        <p:style>
          <a:lnRef idx="0"/>
          <a:fillRef idx="0"/>
          <a:effectRef idx="0"/>
          <a:fontRef idx="minor"/>
        </p:style>
        <p:txBody>
          <a:bodyPr wrap="none" lIns="0" rIns="0" tIns="0" bIns="0" anchor="t">
            <a:noAutofit/>
          </a:bodyPr>
          <a:p>
            <a:pPr>
              <a:lnSpc>
                <a:spcPts val="2999"/>
              </a:lnSpc>
              <a:tabLst>
                <a:tab algn="l" pos="0"/>
              </a:tabLst>
            </a:pPr>
            <a:r>
              <a:rPr b="0" lang="en-US" sz="2400" strike="noStrike" u="none">
                <a:solidFill>
                  <a:srgbClr val="1d1d1b"/>
                </a:solidFill>
                <a:effectLst/>
                <a:uFillTx/>
                <a:latin typeface="Tomorrow Semi Bold"/>
                <a:ea typeface="Tomorrow Semi Bold"/>
              </a:rPr>
              <a:t>Creación de Roles: Regla de Coherencia Lógica</a:t>
            </a:r>
            <a:endParaRPr b="0" lang="en-US" sz="2400" strike="noStrike" u="none">
              <a:solidFill>
                <a:srgbClr val="000000"/>
              </a:solidFill>
              <a:effectLst/>
              <a:uFillTx/>
              <a:latin typeface="Arial"/>
            </a:endParaRPr>
          </a:p>
        </p:txBody>
      </p:sp>
      <p:sp>
        <p:nvSpPr>
          <p:cNvPr id="224" name="Text 1"/>
          <p:cNvSpPr/>
          <p:nvPr/>
        </p:nvSpPr>
        <p:spPr>
          <a:xfrm>
            <a:off x="572040" y="1021320"/>
            <a:ext cx="7281360" cy="394560"/>
          </a:xfrm>
          <a:prstGeom prst="rect">
            <a:avLst/>
          </a:prstGeom>
          <a:noFill/>
          <a:ln w="0">
            <a:noFill/>
          </a:ln>
        </p:spPr>
        <p:style>
          <a:lnRef idx="0"/>
          <a:fillRef idx="0"/>
          <a:effectRef idx="0"/>
          <a:fontRef idx="minor"/>
        </p:style>
        <p:txBody>
          <a:bodyPr lIns="0" rIns="0" tIns="0" bIns="0" anchor="t">
            <a:noAutofit/>
          </a:bodyPr>
          <a:p>
            <a:pPr>
              <a:lnSpc>
                <a:spcPts val="1551"/>
              </a:lnSpc>
              <a:tabLst>
                <a:tab algn="l" pos="0"/>
              </a:tabLst>
            </a:pPr>
            <a:r>
              <a:rPr b="0" lang="en-US" sz="950" strike="noStrike" u="none">
                <a:solidFill>
                  <a:srgbClr val="61615c"/>
                </a:solidFill>
                <a:effectLst/>
                <a:uFillTx/>
                <a:latin typeface="Tomorrow"/>
                <a:ea typeface="Tomorrow"/>
              </a:rPr>
              <a:t>Al crear o modificar roles personalizados, el sistema implementa una </a:t>
            </a:r>
            <a:r>
              <a:rPr b="1" lang="en-US" sz="950" strike="noStrike" u="none">
                <a:solidFill>
                  <a:srgbClr val="61615c"/>
                </a:solidFill>
                <a:effectLst/>
                <a:uFillTx/>
                <a:latin typeface="Tomorrow"/>
                <a:ea typeface="Tomorrow"/>
              </a:rPr>
              <a:t>Regla de Coherencia Lógica</a:t>
            </a:r>
            <a:r>
              <a:rPr b="0" lang="en-US" sz="950" strike="noStrike" u="none">
                <a:solidFill>
                  <a:srgbClr val="61615c"/>
                </a:solidFill>
                <a:effectLst/>
                <a:uFillTx/>
                <a:latin typeface="Tomorrow"/>
                <a:ea typeface="Tomorrow"/>
              </a:rPr>
              <a:t> fundamental que protege la integridad operativa de los permisos asignados.</a:t>
            </a:r>
            <a:endParaRPr b="0" lang="en-US" sz="950" strike="noStrike" u="none">
              <a:solidFill>
                <a:srgbClr val="000000"/>
              </a:solidFill>
              <a:effectLst/>
              <a:uFillTx/>
              <a:latin typeface="Arial"/>
            </a:endParaRPr>
          </a:p>
        </p:txBody>
      </p:sp>
      <p:pic>
        <p:nvPicPr>
          <p:cNvPr id="225" name="Image 0" descr="preencoded.png"/>
          <p:cNvPicPr/>
          <p:nvPr/>
        </p:nvPicPr>
        <p:blipFill>
          <a:blip r:embed="rId1">
            <a:extLst>
              <a:ext uri="{96DAC541-7B7A-43D3-8B79-37D633B846F1}">
                <asvg:svgBlip xmlns:asvg="http://schemas.microsoft.com/office/drawing/2016/SVG/main" r:embed="rId2"/>
              </a:ext>
            </a:extLst>
          </a:blip>
          <a:stretch/>
        </p:blipFill>
        <p:spPr>
          <a:xfrm>
            <a:off x="618120" y="1559160"/>
            <a:ext cx="184680" cy="184680"/>
          </a:xfrm>
          <a:prstGeom prst="rect">
            <a:avLst/>
          </a:prstGeom>
          <a:noFill/>
          <a:ln w="0">
            <a:noFill/>
          </a:ln>
        </p:spPr>
      </p:pic>
      <p:sp>
        <p:nvSpPr>
          <p:cNvPr id="226" name="Text 2"/>
          <p:cNvSpPr/>
          <p:nvPr/>
        </p:nvSpPr>
        <p:spPr>
          <a:xfrm>
            <a:off x="973080" y="1555200"/>
            <a:ext cx="1776960" cy="192600"/>
          </a:xfrm>
          <a:prstGeom prst="rect">
            <a:avLst/>
          </a:prstGeom>
          <a:noFill/>
          <a:ln w="0">
            <a:noFill/>
          </a:ln>
        </p:spPr>
        <p:style>
          <a:lnRef idx="0"/>
          <a:fillRef idx="0"/>
          <a:effectRef idx="0"/>
          <a:fontRef idx="minor"/>
        </p:style>
        <p:txBody>
          <a:bodyPr wrap="none" lIns="0" rIns="0" tIns="0" bIns="0" anchor="t">
            <a:noAutofit/>
          </a:bodyPr>
          <a:p>
            <a:pPr>
              <a:lnSpc>
                <a:spcPts val="1500"/>
              </a:lnSpc>
              <a:tabLst>
                <a:tab algn="l" pos="0"/>
              </a:tabLst>
            </a:pPr>
            <a:r>
              <a:rPr b="0" lang="en-US" sz="1200" strike="noStrike" u="none">
                <a:solidFill>
                  <a:srgbClr val="61615c"/>
                </a:solidFill>
                <a:effectLst/>
                <a:uFillTx/>
                <a:latin typeface="Tomorrow Semi Bold"/>
                <a:ea typeface="Tomorrow Semi Bold"/>
              </a:rPr>
              <a:t>Principio Fundamental</a:t>
            </a:r>
            <a:endParaRPr b="0" lang="en-US" sz="1200" strike="noStrike" u="none">
              <a:solidFill>
                <a:srgbClr val="000000"/>
              </a:solidFill>
              <a:effectLst/>
              <a:uFillTx/>
              <a:latin typeface="Arial"/>
            </a:endParaRPr>
          </a:p>
        </p:txBody>
      </p:sp>
      <p:sp>
        <p:nvSpPr>
          <p:cNvPr id="227" name="Text 3"/>
          <p:cNvSpPr/>
          <p:nvPr/>
        </p:nvSpPr>
        <p:spPr>
          <a:xfrm>
            <a:off x="973080" y="1871640"/>
            <a:ext cx="6880680" cy="19728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950" strike="noStrike" u="none">
                <a:solidFill>
                  <a:srgbClr val="61615c"/>
                </a:solidFill>
                <a:effectLst/>
                <a:uFillTx/>
                <a:latin typeface="Tomorrow"/>
                <a:ea typeface="Tomorrow"/>
              </a:rPr>
              <a:t>"No puedes modificar lo que no puedes ver primero"</a:t>
            </a:r>
            <a:endParaRPr b="0" lang="en-US" sz="950" strike="noStrike" u="none">
              <a:solidFill>
                <a:srgbClr val="000000"/>
              </a:solidFill>
              <a:effectLst/>
              <a:uFillTx/>
              <a:latin typeface="Arial"/>
            </a:endParaRPr>
          </a:p>
        </p:txBody>
      </p:sp>
      <p:pic>
        <p:nvPicPr>
          <p:cNvPr id="228" name="Image 1" descr="preencoded.png"/>
          <p:cNvPicPr/>
          <p:nvPr/>
        </p:nvPicPr>
        <p:blipFill>
          <a:blip r:embed="rId3">
            <a:extLst>
              <a:ext uri="{96DAC541-7B7A-43D3-8B79-37D633B846F1}">
                <asvg:svgBlip xmlns:asvg="http://schemas.microsoft.com/office/drawing/2016/SVG/main" r:embed="rId4"/>
              </a:ext>
            </a:extLst>
          </a:blip>
          <a:stretch/>
        </p:blipFill>
        <p:spPr>
          <a:xfrm>
            <a:off x="618120" y="2319840"/>
            <a:ext cx="184680" cy="184680"/>
          </a:xfrm>
          <a:prstGeom prst="rect">
            <a:avLst/>
          </a:prstGeom>
          <a:noFill/>
          <a:ln w="0">
            <a:noFill/>
          </a:ln>
        </p:spPr>
      </p:pic>
      <p:sp>
        <p:nvSpPr>
          <p:cNvPr id="229" name="Text 4"/>
          <p:cNvSpPr/>
          <p:nvPr/>
        </p:nvSpPr>
        <p:spPr>
          <a:xfrm>
            <a:off x="973080" y="2315880"/>
            <a:ext cx="1904040" cy="192600"/>
          </a:xfrm>
          <a:prstGeom prst="rect">
            <a:avLst/>
          </a:prstGeom>
          <a:noFill/>
          <a:ln w="0">
            <a:noFill/>
          </a:ln>
        </p:spPr>
        <p:style>
          <a:lnRef idx="0"/>
          <a:fillRef idx="0"/>
          <a:effectRef idx="0"/>
          <a:fontRef idx="minor"/>
        </p:style>
        <p:txBody>
          <a:bodyPr wrap="none" lIns="0" rIns="0" tIns="0" bIns="0" anchor="t">
            <a:noAutofit/>
          </a:bodyPr>
          <a:p>
            <a:pPr>
              <a:lnSpc>
                <a:spcPts val="1500"/>
              </a:lnSpc>
              <a:tabLst>
                <a:tab algn="l" pos="0"/>
              </a:tabLst>
            </a:pPr>
            <a:r>
              <a:rPr b="0" lang="en-US" sz="1200" strike="noStrike" u="none">
                <a:solidFill>
                  <a:srgbClr val="61615c"/>
                </a:solidFill>
                <a:effectLst/>
                <a:uFillTx/>
                <a:latin typeface="Tomorrow Semi Bold"/>
                <a:ea typeface="Tomorrow Semi Bold"/>
              </a:rPr>
              <a:t>Lógica de Dependencias</a:t>
            </a:r>
            <a:endParaRPr b="0" lang="en-US" sz="1200" strike="noStrike" u="none">
              <a:solidFill>
                <a:srgbClr val="000000"/>
              </a:solidFill>
              <a:effectLst/>
              <a:uFillTx/>
              <a:latin typeface="Arial"/>
            </a:endParaRPr>
          </a:p>
        </p:txBody>
      </p:sp>
      <p:sp>
        <p:nvSpPr>
          <p:cNvPr id="230" name="Text 5"/>
          <p:cNvSpPr/>
          <p:nvPr/>
        </p:nvSpPr>
        <p:spPr>
          <a:xfrm>
            <a:off x="973080" y="2631960"/>
            <a:ext cx="6880680" cy="394560"/>
          </a:xfrm>
          <a:prstGeom prst="rect">
            <a:avLst/>
          </a:prstGeom>
          <a:noFill/>
          <a:ln w="0">
            <a:noFill/>
          </a:ln>
        </p:spPr>
        <p:style>
          <a:lnRef idx="0"/>
          <a:fillRef idx="0"/>
          <a:effectRef idx="0"/>
          <a:fontRef idx="minor"/>
        </p:style>
        <p:txBody>
          <a:bodyPr lIns="0" rIns="0" tIns="0" bIns="0" anchor="t">
            <a:noAutofit/>
          </a:bodyPr>
          <a:p>
            <a:pPr>
              <a:lnSpc>
                <a:spcPts val="1551"/>
              </a:lnSpc>
              <a:tabLst>
                <a:tab algn="l" pos="0"/>
              </a:tabLst>
            </a:pPr>
            <a:r>
              <a:rPr b="0" lang="en-US" sz="950" strike="noStrike" u="none">
                <a:solidFill>
                  <a:srgbClr val="61615c"/>
                </a:solidFill>
                <a:effectLst/>
                <a:uFillTx/>
                <a:latin typeface="Tomorrow"/>
                <a:ea typeface="Tomorrow"/>
              </a:rPr>
              <a:t>Si marca permisos de "Crear", "Editar" o "Eliminar", el sistema automáticamente activa el permiso "Ver" del mismo recurso</a:t>
            </a:r>
            <a:endParaRPr b="0" lang="en-US" sz="950" strike="noStrike" u="none">
              <a:solidFill>
                <a:srgbClr val="000000"/>
              </a:solidFill>
              <a:effectLst/>
              <a:uFillTx/>
              <a:latin typeface="Arial"/>
            </a:endParaRPr>
          </a:p>
        </p:txBody>
      </p:sp>
      <p:pic>
        <p:nvPicPr>
          <p:cNvPr id="231" name="Image 2" descr="preencoded.png"/>
          <p:cNvPicPr/>
          <p:nvPr/>
        </p:nvPicPr>
        <p:blipFill>
          <a:blip r:embed="rId5">
            <a:extLst>
              <a:ext uri="{96DAC541-7B7A-43D3-8B79-37D633B846F1}">
                <asvg:svgBlip xmlns:asvg="http://schemas.microsoft.com/office/drawing/2016/SVG/main" r:embed="rId6"/>
              </a:ext>
            </a:extLst>
          </a:blip>
          <a:stretch/>
        </p:blipFill>
        <p:spPr>
          <a:xfrm>
            <a:off x="618120" y="3277800"/>
            <a:ext cx="184680" cy="184680"/>
          </a:xfrm>
          <a:prstGeom prst="rect">
            <a:avLst/>
          </a:prstGeom>
          <a:noFill/>
          <a:ln w="0">
            <a:noFill/>
          </a:ln>
        </p:spPr>
      </p:pic>
      <p:sp>
        <p:nvSpPr>
          <p:cNvPr id="232" name="Text 6"/>
          <p:cNvSpPr/>
          <p:nvPr/>
        </p:nvSpPr>
        <p:spPr>
          <a:xfrm>
            <a:off x="973080" y="3273840"/>
            <a:ext cx="1911960" cy="192600"/>
          </a:xfrm>
          <a:prstGeom prst="rect">
            <a:avLst/>
          </a:prstGeom>
          <a:noFill/>
          <a:ln w="0">
            <a:noFill/>
          </a:ln>
        </p:spPr>
        <p:style>
          <a:lnRef idx="0"/>
          <a:fillRef idx="0"/>
          <a:effectRef idx="0"/>
          <a:fontRef idx="minor"/>
        </p:style>
        <p:txBody>
          <a:bodyPr wrap="none" lIns="0" rIns="0" tIns="0" bIns="0" anchor="t">
            <a:noAutofit/>
          </a:bodyPr>
          <a:p>
            <a:pPr>
              <a:lnSpc>
                <a:spcPts val="1500"/>
              </a:lnSpc>
              <a:tabLst>
                <a:tab algn="l" pos="0"/>
              </a:tabLst>
            </a:pPr>
            <a:r>
              <a:rPr b="0" lang="en-US" sz="1200" strike="noStrike" u="none">
                <a:solidFill>
                  <a:srgbClr val="61615c"/>
                </a:solidFill>
                <a:effectLst/>
                <a:uFillTx/>
                <a:latin typeface="Tomorrow Semi Bold"/>
                <a:ea typeface="Tomorrow Semi Bold"/>
              </a:rPr>
              <a:t>Protección Bidireccional</a:t>
            </a:r>
            <a:endParaRPr b="0" lang="en-US" sz="1200" strike="noStrike" u="none">
              <a:solidFill>
                <a:srgbClr val="000000"/>
              </a:solidFill>
              <a:effectLst/>
              <a:uFillTx/>
              <a:latin typeface="Arial"/>
            </a:endParaRPr>
          </a:p>
        </p:txBody>
      </p:sp>
      <p:sp>
        <p:nvSpPr>
          <p:cNvPr id="233" name="Text 7"/>
          <p:cNvSpPr/>
          <p:nvPr/>
        </p:nvSpPr>
        <p:spPr>
          <a:xfrm>
            <a:off x="973080" y="3590280"/>
            <a:ext cx="6880680" cy="19728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950" strike="noStrike" u="none">
                <a:solidFill>
                  <a:srgbClr val="61615c"/>
                </a:solidFill>
                <a:effectLst/>
                <a:uFillTx/>
                <a:latin typeface="Tomorrow"/>
                <a:ea typeface="Tomorrow"/>
              </a:rPr>
              <a:t>Si desmarca "Ver", el sistema desmarca automáticamente todos los permisos de modificación asociados</a:t>
            </a:r>
            <a:endParaRPr b="0" lang="en-US" sz="950" strike="noStrike" u="none">
              <a:solidFill>
                <a:srgbClr val="000000"/>
              </a:solidFill>
              <a:effectLst/>
              <a:uFillTx/>
              <a:latin typeface="Arial"/>
            </a:endParaRPr>
          </a:p>
        </p:txBody>
      </p:sp>
      <p:pic>
        <p:nvPicPr>
          <p:cNvPr id="234" name="Image 3" descr="preencoded.png"/>
          <p:cNvPicPr/>
          <p:nvPr/>
        </p:nvPicPr>
        <p:blipFill>
          <a:blip r:embed="rId7">
            <a:extLst>
              <a:ext uri="{96DAC541-7B7A-43D3-8B79-37D633B846F1}">
                <asvg:svgBlip xmlns:asvg="http://schemas.microsoft.com/office/drawing/2016/SVG/main" r:embed="rId8"/>
              </a:ext>
            </a:extLst>
          </a:blip>
          <a:stretch/>
        </p:blipFill>
        <p:spPr>
          <a:xfrm>
            <a:off x="618120" y="4038480"/>
            <a:ext cx="184680" cy="184680"/>
          </a:xfrm>
          <a:prstGeom prst="rect">
            <a:avLst/>
          </a:prstGeom>
          <a:noFill/>
          <a:ln w="0">
            <a:noFill/>
          </a:ln>
        </p:spPr>
      </p:pic>
      <p:sp>
        <p:nvSpPr>
          <p:cNvPr id="235" name="Text 8"/>
          <p:cNvSpPr/>
          <p:nvPr/>
        </p:nvSpPr>
        <p:spPr>
          <a:xfrm>
            <a:off x="973080" y="4034520"/>
            <a:ext cx="2416320" cy="192600"/>
          </a:xfrm>
          <a:prstGeom prst="rect">
            <a:avLst/>
          </a:prstGeom>
          <a:noFill/>
          <a:ln w="0">
            <a:noFill/>
          </a:ln>
        </p:spPr>
        <p:style>
          <a:lnRef idx="0"/>
          <a:fillRef idx="0"/>
          <a:effectRef idx="0"/>
          <a:fontRef idx="minor"/>
        </p:style>
        <p:txBody>
          <a:bodyPr wrap="none" lIns="0" rIns="0" tIns="0" bIns="0" anchor="t">
            <a:noAutofit/>
          </a:bodyPr>
          <a:p>
            <a:pPr>
              <a:lnSpc>
                <a:spcPts val="1500"/>
              </a:lnSpc>
              <a:tabLst>
                <a:tab algn="l" pos="0"/>
              </a:tabLst>
            </a:pPr>
            <a:r>
              <a:rPr b="0" lang="en-US" sz="1200" strike="noStrike" u="none">
                <a:solidFill>
                  <a:srgbClr val="61615c"/>
                </a:solidFill>
                <a:effectLst/>
                <a:uFillTx/>
                <a:latin typeface="Tomorrow Semi Bold"/>
                <a:ea typeface="Tomorrow Semi Bold"/>
              </a:rPr>
              <a:t>Prevención de Inconsistencias</a:t>
            </a:r>
            <a:endParaRPr b="0" lang="en-US" sz="1200" strike="noStrike" u="none">
              <a:solidFill>
                <a:srgbClr val="000000"/>
              </a:solidFill>
              <a:effectLst/>
              <a:uFillTx/>
              <a:latin typeface="Arial"/>
            </a:endParaRPr>
          </a:p>
        </p:txBody>
      </p:sp>
      <p:sp>
        <p:nvSpPr>
          <p:cNvPr id="236" name="Text 9"/>
          <p:cNvSpPr/>
          <p:nvPr/>
        </p:nvSpPr>
        <p:spPr>
          <a:xfrm>
            <a:off x="973080" y="4350960"/>
            <a:ext cx="6880680" cy="19728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950" strike="noStrike" u="none">
                <a:solidFill>
                  <a:srgbClr val="61615c"/>
                </a:solidFill>
                <a:effectLst/>
                <a:uFillTx/>
                <a:latin typeface="Tomorrow"/>
                <a:ea typeface="Tomorrow"/>
              </a:rPr>
              <a:t>Esta es una protección de seguridad inteligente que evita configuraciones inválidas o absurdas</a:t>
            </a:r>
            <a:endParaRPr b="0" lang="en-US" sz="950" strike="noStrike" u="none">
              <a:solidFill>
                <a:srgbClr val="000000"/>
              </a:solidFill>
              <a:effectLst/>
              <a:uFillTx/>
              <a:latin typeface="Arial"/>
            </a:endParaRPr>
          </a:p>
        </p:txBody>
      </p:sp>
      <p:sp>
        <p:nvSpPr>
          <p:cNvPr id="237" name="Text 10"/>
          <p:cNvSpPr/>
          <p:nvPr/>
        </p:nvSpPr>
        <p:spPr>
          <a:xfrm>
            <a:off x="572040" y="4687200"/>
            <a:ext cx="7281360" cy="592200"/>
          </a:xfrm>
          <a:prstGeom prst="rect">
            <a:avLst/>
          </a:prstGeom>
          <a:noFill/>
          <a:ln w="0">
            <a:noFill/>
          </a:ln>
        </p:spPr>
        <p:style>
          <a:lnRef idx="0"/>
          <a:fillRef idx="0"/>
          <a:effectRef idx="0"/>
          <a:fontRef idx="minor"/>
        </p:style>
        <p:txBody>
          <a:bodyPr lIns="0" rIns="0" tIns="0" bIns="0" anchor="t">
            <a:noAutofit/>
          </a:bodyPr>
          <a:p>
            <a:pPr>
              <a:lnSpc>
                <a:spcPts val="1551"/>
              </a:lnSpc>
              <a:tabLst>
                <a:tab algn="l" pos="0"/>
              </a:tabLst>
            </a:pPr>
            <a:r>
              <a:rPr b="1" lang="en-US" sz="950" strike="noStrike" u="none">
                <a:solidFill>
                  <a:srgbClr val="61615c"/>
                </a:solidFill>
                <a:effectLst/>
                <a:uFillTx/>
                <a:latin typeface="Tomorrow"/>
                <a:ea typeface="Tomorrow"/>
              </a:rPr>
              <a:t>Ejemplo práctico de la protección:</a:t>
            </a:r>
            <a:r>
              <a:rPr b="0" lang="en-US" sz="950" strike="noStrike" u="none">
                <a:solidFill>
                  <a:srgbClr val="61615c"/>
                </a:solidFill>
                <a:effectLst/>
                <a:uFillTx/>
                <a:latin typeface="Tomorrow"/>
                <a:ea typeface="Tomorrow"/>
              </a:rPr>
              <a:t> Imagine que un usuario tiene permiso para "Editar Empleados" pero NO puede "Ver Empleados". Esto crearía una situación operativamente imposible donde el usuario intentaría editar sin poder seleccionar qué empleado modificar. El sistema previene automáticamente estas contradicciones lógicas.</a:t>
            </a:r>
            <a:endParaRPr b="0" lang="en-US" sz="950" strike="noStrike" u="none">
              <a:solidFill>
                <a:srgbClr val="000000"/>
              </a:solidFill>
              <a:effectLst/>
              <a:uFillTx/>
              <a:latin typeface="Arial"/>
            </a:endParaRPr>
          </a:p>
        </p:txBody>
      </p:sp>
      <p:pic>
        <p:nvPicPr>
          <p:cNvPr id="238" name="Image 4" descr="preencoded.png"/>
          <p:cNvPicPr/>
          <p:nvPr/>
        </p:nvPicPr>
        <p:blipFill>
          <a:blip r:embed="rId9"/>
          <a:stretch/>
        </p:blipFill>
        <p:spPr>
          <a:xfrm>
            <a:off x="8162640" y="1049040"/>
            <a:ext cx="5902920" cy="5902920"/>
          </a:xfrm>
          <a:prstGeom prst="rect">
            <a:avLst/>
          </a:prstGeom>
          <a:noFill/>
          <a:ln w="0">
            <a:noFill/>
          </a:ln>
        </p:spPr>
      </p:pic>
      <p:sp>
        <p:nvSpPr>
          <p:cNvPr id="239" name="Shape 11"/>
          <p:cNvSpPr/>
          <p:nvPr/>
        </p:nvSpPr>
        <p:spPr>
          <a:xfrm>
            <a:off x="1143000" y="5943600"/>
            <a:ext cx="5902920" cy="1924920"/>
          </a:xfrm>
          <a:prstGeom prst="roundRect">
            <a:avLst>
              <a:gd name="adj" fmla="val 962"/>
            </a:avLst>
          </a:prstGeom>
          <a:solidFill>
            <a:srgbClr val="dadad7"/>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240" name="Image 5" descr="preencoded.png"/>
          <p:cNvPicPr/>
          <p:nvPr/>
        </p:nvPicPr>
        <p:blipFill>
          <a:blip r:embed="rId10"/>
          <a:stretch/>
        </p:blipFill>
        <p:spPr>
          <a:xfrm>
            <a:off x="1266120" y="6134400"/>
            <a:ext cx="154080" cy="123120"/>
          </a:xfrm>
          <a:prstGeom prst="rect">
            <a:avLst/>
          </a:prstGeom>
          <a:noFill/>
          <a:ln w="0">
            <a:noFill/>
          </a:ln>
        </p:spPr>
      </p:pic>
      <p:sp>
        <p:nvSpPr>
          <p:cNvPr id="241" name="Text 12"/>
          <p:cNvSpPr/>
          <p:nvPr/>
        </p:nvSpPr>
        <p:spPr>
          <a:xfrm>
            <a:off x="1544040" y="6097680"/>
            <a:ext cx="5378400" cy="19728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1" lang="en-US" sz="950" strike="noStrike" u="none">
                <a:solidFill>
                  <a:srgbClr val="000000"/>
                </a:solidFill>
                <a:effectLst/>
                <a:uFillTx/>
                <a:latin typeface="Tomorrow"/>
                <a:ea typeface="Tomorrow"/>
              </a:rPr>
              <a:t>Mejores Prácticas en Gestión de Roles:</a:t>
            </a:r>
            <a:endParaRPr b="0" lang="en-US" sz="950" strike="noStrike" u="none">
              <a:solidFill>
                <a:srgbClr val="000000"/>
              </a:solidFill>
              <a:effectLst/>
              <a:uFillTx/>
              <a:latin typeface="Arial"/>
            </a:endParaRPr>
          </a:p>
        </p:txBody>
      </p:sp>
      <p:sp>
        <p:nvSpPr>
          <p:cNvPr id="242" name="Text 13"/>
          <p:cNvSpPr/>
          <p:nvPr/>
        </p:nvSpPr>
        <p:spPr>
          <a:xfrm>
            <a:off x="1544040" y="6406200"/>
            <a:ext cx="5378400" cy="394560"/>
          </a:xfrm>
          <a:prstGeom prst="rect">
            <a:avLst/>
          </a:prstGeom>
          <a:noFill/>
          <a:ln w="0">
            <a:noFill/>
          </a:ln>
        </p:spPr>
        <p:style>
          <a:lnRef idx="0"/>
          <a:fillRef idx="0"/>
          <a:effectRef idx="0"/>
          <a:fontRef idx="minor"/>
        </p:style>
        <p:txBody>
          <a:bodyPr lIns="0" rIns="0" tIns="0" bIns="0" anchor="t">
            <a:noAutofit/>
          </a:bodyPr>
          <a:p>
            <a:pPr>
              <a:lnSpc>
                <a:spcPts val="1551"/>
              </a:lnSpc>
              <a:tabLst>
                <a:tab algn="l" pos="0"/>
              </a:tabLst>
            </a:pPr>
            <a:r>
              <a:rPr b="0" lang="en-US" sz="950" strike="noStrike" u="none">
                <a:solidFill>
                  <a:srgbClr val="000000"/>
                </a:solidFill>
                <a:effectLst/>
                <a:uFillTx/>
                <a:latin typeface="Tomorrow"/>
                <a:ea typeface="Tomorrow"/>
              </a:rPr>
              <a:t>Aplique el </a:t>
            </a:r>
            <a:r>
              <a:rPr b="1" lang="en-US" sz="950" strike="noStrike" u="none">
                <a:solidFill>
                  <a:srgbClr val="000000"/>
                </a:solidFill>
                <a:effectLst/>
                <a:uFillTx/>
                <a:latin typeface="Tomorrow"/>
                <a:ea typeface="Tomorrow"/>
              </a:rPr>
              <a:t>Principio de Menor Privilegio</a:t>
            </a:r>
            <a:r>
              <a:rPr b="0" lang="en-US" sz="950" strike="noStrike" u="none">
                <a:solidFill>
                  <a:srgbClr val="000000"/>
                </a:solidFill>
                <a:effectLst/>
                <a:uFillTx/>
                <a:latin typeface="Tomorrow"/>
                <a:ea typeface="Tomorrow"/>
              </a:rPr>
              <a:t>: otorgue solo los permisos estrictamente necesarios</a:t>
            </a:r>
            <a:endParaRPr b="0" lang="en-US" sz="950" strike="noStrike" u="none">
              <a:solidFill>
                <a:srgbClr val="000000"/>
              </a:solidFill>
              <a:effectLst/>
              <a:uFillTx/>
              <a:latin typeface="Arial"/>
            </a:endParaRPr>
          </a:p>
        </p:txBody>
      </p:sp>
      <p:sp>
        <p:nvSpPr>
          <p:cNvPr id="243" name="Text 14"/>
          <p:cNvSpPr/>
          <p:nvPr/>
        </p:nvSpPr>
        <p:spPr>
          <a:xfrm>
            <a:off x="1544040" y="6844680"/>
            <a:ext cx="5378400" cy="19728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950" strike="noStrike" u="none">
                <a:solidFill>
                  <a:srgbClr val="000000"/>
                </a:solidFill>
                <a:effectLst/>
                <a:uFillTx/>
                <a:latin typeface="Tomorrow"/>
                <a:ea typeface="Tomorrow"/>
              </a:rPr>
              <a:t>Use </a:t>
            </a:r>
            <a:r>
              <a:rPr b="1" lang="en-US" sz="950" strike="noStrike" u="none">
                <a:solidFill>
                  <a:srgbClr val="000000"/>
                </a:solidFill>
                <a:effectLst/>
                <a:uFillTx/>
                <a:latin typeface="Tomorrow"/>
                <a:ea typeface="Tomorrow"/>
              </a:rPr>
              <a:t>nombres descriptivos</a:t>
            </a:r>
            <a:r>
              <a:rPr b="0" lang="en-US" sz="950" strike="noStrike" u="none">
                <a:solidFill>
                  <a:srgbClr val="000000"/>
                </a:solidFill>
                <a:effectLst/>
                <a:uFillTx/>
                <a:latin typeface="Tomorrow"/>
                <a:ea typeface="Tomorrow"/>
              </a:rPr>
              <a:t> que reflejen claramente la función</a:t>
            </a:r>
            <a:endParaRPr b="0" lang="en-US" sz="950" strike="noStrike" u="none">
              <a:solidFill>
                <a:srgbClr val="000000"/>
              </a:solidFill>
              <a:effectLst/>
              <a:uFillTx/>
              <a:latin typeface="Arial"/>
            </a:endParaRPr>
          </a:p>
        </p:txBody>
      </p:sp>
      <p:sp>
        <p:nvSpPr>
          <p:cNvPr id="244" name="Text 15"/>
          <p:cNvSpPr/>
          <p:nvPr/>
        </p:nvSpPr>
        <p:spPr>
          <a:xfrm>
            <a:off x="1544040" y="7085160"/>
            <a:ext cx="5378400" cy="197280"/>
          </a:xfrm>
          <a:prstGeom prst="rect">
            <a:avLst/>
          </a:prstGeom>
          <a:noFill/>
          <a:ln w="0">
            <a:noFill/>
          </a:ln>
        </p:spPr>
        <p:style>
          <a:lnRef idx="0"/>
          <a:fillRef idx="0"/>
          <a:effectRef idx="0"/>
          <a:fontRef idx="minor"/>
        </p:style>
        <p:txBody>
          <a:bodyPr wrap="none" lIns="0" rIns="0" tIns="0" bIns="0" anchor="t">
            <a:noAutofit/>
          </a:bodyPr>
          <a:p>
            <a:pPr marL="343080" indent="-343080">
              <a:lnSpc>
                <a:spcPts val="1551"/>
              </a:lnSpc>
              <a:buClr>
                <a:srgbClr val="000000"/>
              </a:buClr>
              <a:buFont typeface="Symbol" charset="2"/>
              <a:buChar char=""/>
            </a:pPr>
            <a:r>
              <a:rPr b="0" lang="en-US" sz="950" strike="noStrike" u="none">
                <a:solidFill>
                  <a:srgbClr val="000000"/>
                </a:solidFill>
                <a:effectLst/>
                <a:uFillTx/>
                <a:latin typeface="Tomorrow"/>
                <a:ea typeface="Tomorrow"/>
              </a:rPr>
              <a:t>Documente cada rol en el campo de descripción</a:t>
            </a:r>
            <a:endParaRPr b="0" lang="en-US" sz="950" strike="noStrike" u="none">
              <a:solidFill>
                <a:srgbClr val="000000"/>
              </a:solidFill>
              <a:effectLst/>
              <a:uFillTx/>
              <a:latin typeface="Arial"/>
            </a:endParaRPr>
          </a:p>
        </p:txBody>
      </p:sp>
      <p:sp>
        <p:nvSpPr>
          <p:cNvPr id="245" name="Text 16"/>
          <p:cNvSpPr/>
          <p:nvPr/>
        </p:nvSpPr>
        <p:spPr>
          <a:xfrm>
            <a:off x="1544040" y="7325640"/>
            <a:ext cx="5378400" cy="197280"/>
          </a:xfrm>
          <a:prstGeom prst="rect">
            <a:avLst/>
          </a:prstGeom>
          <a:noFill/>
          <a:ln w="0">
            <a:noFill/>
          </a:ln>
        </p:spPr>
        <p:style>
          <a:lnRef idx="0"/>
          <a:fillRef idx="0"/>
          <a:effectRef idx="0"/>
          <a:fontRef idx="minor"/>
        </p:style>
        <p:txBody>
          <a:bodyPr wrap="none" lIns="0" rIns="0" tIns="0" bIns="0" anchor="t">
            <a:noAutofit/>
          </a:bodyPr>
          <a:p>
            <a:pPr marL="343080" indent="-343080">
              <a:lnSpc>
                <a:spcPts val="1551"/>
              </a:lnSpc>
              <a:buClr>
                <a:srgbClr val="000000"/>
              </a:buClr>
              <a:buFont typeface="Symbol" charset="2"/>
              <a:buChar char=""/>
            </a:pPr>
            <a:r>
              <a:rPr b="0" lang="en-US" sz="950" strike="noStrike" u="none">
                <a:solidFill>
                  <a:srgbClr val="000000"/>
                </a:solidFill>
                <a:effectLst/>
                <a:uFillTx/>
                <a:latin typeface="Tomorrow"/>
                <a:ea typeface="Tomorrow"/>
              </a:rPr>
              <a:t>Revise permisos cada 6 meses</a:t>
            </a:r>
            <a:endParaRPr b="0" lang="en-US" sz="950" strike="noStrike" u="none">
              <a:solidFill>
                <a:srgbClr val="000000"/>
              </a:solidFill>
              <a:effectLst/>
              <a:uFillTx/>
              <a:latin typeface="Arial"/>
            </a:endParaRPr>
          </a:p>
        </p:txBody>
      </p:sp>
      <p:sp>
        <p:nvSpPr>
          <p:cNvPr id="246" name="Text 17"/>
          <p:cNvSpPr/>
          <p:nvPr/>
        </p:nvSpPr>
        <p:spPr>
          <a:xfrm>
            <a:off x="1544040" y="7566480"/>
            <a:ext cx="5378400" cy="197280"/>
          </a:xfrm>
          <a:prstGeom prst="rect">
            <a:avLst/>
          </a:prstGeom>
          <a:noFill/>
          <a:ln w="0">
            <a:noFill/>
          </a:ln>
        </p:spPr>
        <p:style>
          <a:lnRef idx="0"/>
          <a:fillRef idx="0"/>
          <a:effectRef idx="0"/>
          <a:fontRef idx="minor"/>
        </p:style>
        <p:txBody>
          <a:bodyPr wrap="none" lIns="0" rIns="0" tIns="0" bIns="0" anchor="t">
            <a:noAutofit/>
          </a:bodyPr>
          <a:p>
            <a:pPr marL="343080" indent="-343080">
              <a:lnSpc>
                <a:spcPts val="1551"/>
              </a:lnSpc>
              <a:buClr>
                <a:srgbClr val="000000"/>
              </a:buClr>
              <a:buFont typeface="Symbol" charset="2"/>
              <a:buChar char=""/>
            </a:pPr>
            <a:r>
              <a:rPr b="0" lang="en-US" sz="950" strike="noStrike" u="none">
                <a:solidFill>
                  <a:srgbClr val="000000"/>
                </a:solidFill>
                <a:effectLst/>
                <a:uFillTx/>
                <a:latin typeface="Tomorrow"/>
                <a:ea typeface="Tomorrow"/>
              </a:rPr>
              <a:t>Pruebe roles nuevos con usuarios de prueba antes de producción</a:t>
            </a:r>
            <a:endParaRPr b="0" lang="en-US" sz="950" strike="noStrike" u="none">
              <a:solidFill>
                <a:srgbClr val="000000"/>
              </a:solidFill>
              <a:effectLst/>
              <a:uFillTx/>
              <a:latin typeface="Arial"/>
            </a:endParaRPr>
          </a:p>
        </p:txBody>
      </p:sp>
      <p:pic>
        <p:nvPicPr>
          <p:cNvPr id="247" name="" descr=""/>
          <p:cNvPicPr/>
          <p:nvPr/>
        </p:nvPicPr>
        <p:blipFill>
          <a:blip r:embed="rId11"/>
          <a:stretch/>
        </p:blipFill>
        <p:spPr>
          <a:xfrm>
            <a:off x="12801600" y="7783200"/>
            <a:ext cx="1828800" cy="35208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Text 0"/>
          <p:cNvSpPr/>
          <p:nvPr/>
        </p:nvSpPr>
        <p:spPr>
          <a:xfrm>
            <a:off x="572040" y="460440"/>
            <a:ext cx="4194000" cy="395640"/>
          </a:xfrm>
          <a:prstGeom prst="rect">
            <a:avLst/>
          </a:prstGeom>
          <a:noFill/>
          <a:ln w="0">
            <a:noFill/>
          </a:ln>
        </p:spPr>
        <p:style>
          <a:lnRef idx="0"/>
          <a:fillRef idx="0"/>
          <a:effectRef idx="0"/>
          <a:fontRef idx="minor"/>
        </p:style>
        <p:txBody>
          <a:bodyPr wrap="none" lIns="0" rIns="0" tIns="0" bIns="0" anchor="t">
            <a:noAutofit/>
          </a:bodyPr>
          <a:p>
            <a:pPr>
              <a:lnSpc>
                <a:spcPts val="3101"/>
              </a:lnSpc>
              <a:tabLst>
                <a:tab algn="l" pos="0"/>
              </a:tabLst>
            </a:pPr>
            <a:r>
              <a:rPr b="0" lang="en-US" sz="2450" strike="noStrike" u="none">
                <a:solidFill>
                  <a:srgbClr val="1d1d1b"/>
                </a:solidFill>
                <a:effectLst/>
                <a:uFillTx/>
                <a:latin typeface="Tomorrow Semi Bold"/>
                <a:ea typeface="Tomorrow Semi Bold"/>
              </a:rPr>
              <a:t>Soporte y Próximos Pasos</a:t>
            </a:r>
            <a:endParaRPr b="0" lang="en-US" sz="2450" strike="noStrike" u="none">
              <a:solidFill>
                <a:srgbClr val="000000"/>
              </a:solidFill>
              <a:effectLst/>
              <a:uFillTx/>
              <a:latin typeface="Arial"/>
            </a:endParaRPr>
          </a:p>
        </p:txBody>
      </p:sp>
      <p:sp>
        <p:nvSpPr>
          <p:cNvPr id="249" name="Text 1"/>
          <p:cNvSpPr/>
          <p:nvPr/>
        </p:nvSpPr>
        <p:spPr>
          <a:xfrm>
            <a:off x="572040" y="1173600"/>
            <a:ext cx="3053160" cy="237240"/>
          </a:xfrm>
          <a:prstGeom prst="rect">
            <a:avLst/>
          </a:prstGeom>
          <a:noFill/>
          <a:ln w="0">
            <a:noFill/>
          </a:ln>
        </p:spPr>
        <p:style>
          <a:lnRef idx="0"/>
          <a:fillRef idx="0"/>
          <a:effectRef idx="0"/>
          <a:fontRef idx="minor"/>
        </p:style>
        <p:txBody>
          <a:bodyPr wrap="none" lIns="0" rIns="0" tIns="0" bIns="0" anchor="t">
            <a:noAutofit/>
          </a:bodyPr>
          <a:p>
            <a:pPr>
              <a:lnSpc>
                <a:spcPts val="1851"/>
              </a:lnSpc>
              <a:tabLst>
                <a:tab algn="l" pos="0"/>
              </a:tabLst>
            </a:pPr>
            <a:r>
              <a:rPr b="0" lang="en-US" sz="1450" strike="noStrike" u="none">
                <a:solidFill>
                  <a:srgbClr val="1d1d1b"/>
                </a:solidFill>
                <a:effectLst/>
                <a:uFillTx/>
                <a:latin typeface="Tomorrow Semi Bold"/>
                <a:ea typeface="Tomorrow Semi Bold"/>
              </a:rPr>
              <a:t>Canales de Soporte Disponibles</a:t>
            </a:r>
            <a:endParaRPr b="0" lang="en-US" sz="1450" strike="noStrike" u="none">
              <a:solidFill>
                <a:srgbClr val="000000"/>
              </a:solidFill>
              <a:effectLst/>
              <a:uFillTx/>
              <a:latin typeface="Arial"/>
            </a:endParaRPr>
          </a:p>
        </p:txBody>
      </p:sp>
      <p:sp>
        <p:nvSpPr>
          <p:cNvPr id="250" name="Shape 2"/>
          <p:cNvSpPr/>
          <p:nvPr/>
        </p:nvSpPr>
        <p:spPr>
          <a:xfrm>
            <a:off x="572040" y="1553760"/>
            <a:ext cx="6588000" cy="1127880"/>
          </a:xfrm>
          <a:prstGeom prst="roundRect">
            <a:avLst>
              <a:gd name="adj" fmla="val 6483"/>
            </a:avLst>
          </a:prstGeom>
          <a:solidFill>
            <a:srgbClr val="fcfcfc"/>
          </a:solidFill>
          <a:ln w="15240">
            <a:solidFill>
              <a:srgbClr val="d6d0d0"/>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1" name="Shape 3"/>
          <p:cNvSpPr/>
          <p:nvPr/>
        </p:nvSpPr>
        <p:spPr>
          <a:xfrm>
            <a:off x="556920" y="1553760"/>
            <a:ext cx="60480" cy="1127880"/>
          </a:xfrm>
          <a:prstGeom prst="roundRect">
            <a:avLst>
              <a:gd name="adj" fmla="val 31198"/>
            </a:avLst>
          </a:prstGeom>
          <a:solidFill>
            <a:srgbClr val="1d1d1b"/>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52" name="Text 4"/>
          <p:cNvSpPr/>
          <p:nvPr/>
        </p:nvSpPr>
        <p:spPr>
          <a:xfrm>
            <a:off x="759600" y="1695600"/>
            <a:ext cx="2025360" cy="19764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1200" strike="noStrike" u="none">
                <a:solidFill>
                  <a:srgbClr val="61615c"/>
                </a:solidFill>
                <a:effectLst/>
                <a:uFillTx/>
                <a:latin typeface="Tomorrow Semi Bold"/>
                <a:ea typeface="Tomorrow Semi Bold"/>
              </a:rPr>
              <a:t>Email de Soporte Técnico</a:t>
            </a:r>
            <a:endParaRPr b="0" lang="en-US" sz="1200" strike="noStrike" u="none">
              <a:solidFill>
                <a:srgbClr val="000000"/>
              </a:solidFill>
              <a:effectLst/>
              <a:uFillTx/>
              <a:latin typeface="Arial"/>
            </a:endParaRPr>
          </a:p>
        </p:txBody>
      </p:sp>
      <p:sp>
        <p:nvSpPr>
          <p:cNvPr id="253" name="Text 5"/>
          <p:cNvSpPr/>
          <p:nvPr/>
        </p:nvSpPr>
        <p:spPr>
          <a:xfrm>
            <a:off x="759600" y="2020320"/>
            <a:ext cx="6258600" cy="20268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950" strike="noStrike" u="sng">
                <a:solidFill>
                  <a:srgbClr val="1d1d1b"/>
                </a:solidFill>
                <a:effectLst/>
                <a:uFillTx/>
                <a:latin typeface="Tomorrow"/>
                <a:ea typeface="Tomorrow"/>
                <a:hlinkClick r:id="rId1"/>
              </a:rPr>
              <a:t>jjohanospitia@gmail.com</a:t>
            </a:r>
            <a:endParaRPr b="0" lang="en-US" sz="950" strike="noStrike" u="none">
              <a:solidFill>
                <a:srgbClr val="000000"/>
              </a:solidFill>
              <a:effectLst/>
              <a:uFillTx/>
              <a:latin typeface="Arial"/>
            </a:endParaRPr>
          </a:p>
        </p:txBody>
      </p:sp>
      <p:sp>
        <p:nvSpPr>
          <p:cNvPr id="254" name="Text 6"/>
          <p:cNvSpPr/>
          <p:nvPr/>
        </p:nvSpPr>
        <p:spPr>
          <a:xfrm>
            <a:off x="759600" y="2337480"/>
            <a:ext cx="6258600" cy="20268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950" strike="noStrike" u="none">
                <a:solidFill>
                  <a:srgbClr val="61615c"/>
                </a:solidFill>
                <a:effectLst/>
                <a:uFillTx/>
                <a:latin typeface="Tomorrow"/>
                <a:ea typeface="Tomorrow"/>
              </a:rPr>
              <a:t>Tiempo de respuesta: 4-8 horas laborales</a:t>
            </a:r>
            <a:endParaRPr b="0" lang="en-US" sz="950" strike="noStrike" u="none">
              <a:solidFill>
                <a:srgbClr val="000000"/>
              </a:solidFill>
              <a:effectLst/>
              <a:uFillTx/>
              <a:latin typeface="Arial"/>
            </a:endParaRPr>
          </a:p>
        </p:txBody>
      </p:sp>
      <p:sp>
        <p:nvSpPr>
          <p:cNvPr id="255" name="Shape 7"/>
          <p:cNvSpPr/>
          <p:nvPr/>
        </p:nvSpPr>
        <p:spPr>
          <a:xfrm>
            <a:off x="572040" y="2808720"/>
            <a:ext cx="6588000" cy="1127880"/>
          </a:xfrm>
          <a:prstGeom prst="roundRect">
            <a:avLst>
              <a:gd name="adj" fmla="val 6483"/>
            </a:avLst>
          </a:prstGeom>
          <a:solidFill>
            <a:srgbClr val="fcfcfc"/>
          </a:solidFill>
          <a:ln w="15240">
            <a:solidFill>
              <a:srgbClr val="d6d0d0"/>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6" name="Shape 8"/>
          <p:cNvSpPr/>
          <p:nvPr/>
        </p:nvSpPr>
        <p:spPr>
          <a:xfrm>
            <a:off x="556920" y="2808720"/>
            <a:ext cx="60480" cy="1127880"/>
          </a:xfrm>
          <a:prstGeom prst="roundRect">
            <a:avLst>
              <a:gd name="adj" fmla="val 31198"/>
            </a:avLst>
          </a:prstGeom>
          <a:solidFill>
            <a:srgbClr val="1d1d1b"/>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57" name="Text 9"/>
          <p:cNvSpPr/>
          <p:nvPr/>
        </p:nvSpPr>
        <p:spPr>
          <a:xfrm>
            <a:off x="759600" y="2950560"/>
            <a:ext cx="1845360" cy="19764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1200" strike="noStrike" u="none">
                <a:solidFill>
                  <a:srgbClr val="61615c"/>
                </a:solidFill>
                <a:effectLst/>
                <a:uFillTx/>
                <a:latin typeface="Tomorrow Semi Bold"/>
                <a:ea typeface="Tomorrow Semi Bold"/>
              </a:rPr>
              <a:t>WhatsApp Empresarial</a:t>
            </a:r>
            <a:endParaRPr b="0" lang="en-US" sz="1200" strike="noStrike" u="none">
              <a:solidFill>
                <a:srgbClr val="000000"/>
              </a:solidFill>
              <a:effectLst/>
              <a:uFillTx/>
              <a:latin typeface="Arial"/>
            </a:endParaRPr>
          </a:p>
        </p:txBody>
      </p:sp>
      <p:sp>
        <p:nvSpPr>
          <p:cNvPr id="258" name="Text 10"/>
          <p:cNvSpPr/>
          <p:nvPr/>
        </p:nvSpPr>
        <p:spPr>
          <a:xfrm>
            <a:off x="759600" y="3275280"/>
            <a:ext cx="6258600" cy="20268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950" strike="noStrike" u="none">
                <a:solidFill>
                  <a:srgbClr val="61615c"/>
                </a:solidFill>
                <a:effectLst/>
                <a:uFillTx/>
                <a:latin typeface="Tomorrow"/>
                <a:ea typeface="Tomorrow"/>
              </a:rPr>
              <a:t>+57 </a:t>
            </a:r>
            <a:r>
              <a:rPr b="0" lang="en-US" sz="950" strike="noStrike" u="none">
                <a:solidFill>
                  <a:srgbClr val="61615c"/>
                </a:solidFill>
                <a:effectLst/>
                <a:uFillTx/>
                <a:latin typeface="Tomorrow"/>
                <a:ea typeface="Tomorrow"/>
              </a:rPr>
              <a:t>3223595445</a:t>
            </a:r>
            <a:endParaRPr b="0" lang="en-US" sz="950" strike="noStrike" u="none">
              <a:solidFill>
                <a:srgbClr val="000000"/>
              </a:solidFill>
              <a:effectLst/>
              <a:uFillTx/>
              <a:latin typeface="Arial"/>
            </a:endParaRPr>
          </a:p>
        </p:txBody>
      </p:sp>
      <p:sp>
        <p:nvSpPr>
          <p:cNvPr id="259" name="Text 11"/>
          <p:cNvSpPr/>
          <p:nvPr/>
        </p:nvSpPr>
        <p:spPr>
          <a:xfrm>
            <a:off x="759600" y="3592440"/>
            <a:ext cx="6258600" cy="20268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950" strike="noStrike" u="none">
                <a:solidFill>
                  <a:srgbClr val="61615c"/>
                </a:solidFill>
                <a:effectLst/>
                <a:uFillTx/>
                <a:latin typeface="Tomorrow"/>
                <a:ea typeface="Tomorrow"/>
              </a:rPr>
              <a:t>Lunes a Viernes, 8:00 AM - 6:00 PM</a:t>
            </a:r>
            <a:endParaRPr b="0" lang="en-US" sz="950" strike="noStrike" u="none">
              <a:solidFill>
                <a:srgbClr val="000000"/>
              </a:solidFill>
              <a:effectLst/>
              <a:uFillTx/>
              <a:latin typeface="Arial"/>
            </a:endParaRPr>
          </a:p>
        </p:txBody>
      </p:sp>
      <p:sp>
        <p:nvSpPr>
          <p:cNvPr id="260" name="Shape 12"/>
          <p:cNvSpPr/>
          <p:nvPr/>
        </p:nvSpPr>
        <p:spPr>
          <a:xfrm>
            <a:off x="572040" y="4063680"/>
            <a:ext cx="6588000" cy="1127880"/>
          </a:xfrm>
          <a:prstGeom prst="roundRect">
            <a:avLst>
              <a:gd name="adj" fmla="val 6483"/>
            </a:avLst>
          </a:prstGeom>
          <a:solidFill>
            <a:srgbClr val="fcfcfc"/>
          </a:solidFill>
          <a:ln w="15240">
            <a:solidFill>
              <a:srgbClr val="d6d0d0"/>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1" name="Shape 13"/>
          <p:cNvSpPr/>
          <p:nvPr/>
        </p:nvSpPr>
        <p:spPr>
          <a:xfrm>
            <a:off x="556920" y="4063680"/>
            <a:ext cx="60480" cy="1127880"/>
          </a:xfrm>
          <a:prstGeom prst="roundRect">
            <a:avLst>
              <a:gd name="adj" fmla="val 31198"/>
            </a:avLst>
          </a:prstGeom>
          <a:solidFill>
            <a:srgbClr val="1d1d1b"/>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62" name="Text 14"/>
          <p:cNvSpPr/>
          <p:nvPr/>
        </p:nvSpPr>
        <p:spPr>
          <a:xfrm>
            <a:off x="759600" y="4205880"/>
            <a:ext cx="1584360" cy="19764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1200" strike="noStrike" u="none">
                <a:solidFill>
                  <a:srgbClr val="61615c"/>
                </a:solidFill>
                <a:effectLst/>
                <a:uFillTx/>
                <a:latin typeface="Tomorrow Semi Bold"/>
                <a:ea typeface="Tomorrow Semi Bold"/>
              </a:rPr>
              <a:t>Chat en Vivo</a:t>
            </a:r>
            <a:endParaRPr b="0" lang="en-US" sz="1200" strike="noStrike" u="none">
              <a:solidFill>
                <a:srgbClr val="000000"/>
              </a:solidFill>
              <a:effectLst/>
              <a:uFillTx/>
              <a:latin typeface="Arial"/>
            </a:endParaRPr>
          </a:p>
        </p:txBody>
      </p:sp>
      <p:sp>
        <p:nvSpPr>
          <p:cNvPr id="263" name="Text 15"/>
          <p:cNvSpPr/>
          <p:nvPr/>
        </p:nvSpPr>
        <p:spPr>
          <a:xfrm>
            <a:off x="759600" y="4530600"/>
            <a:ext cx="6258600" cy="20268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950" strike="noStrike" u="none">
                <a:solidFill>
                  <a:srgbClr val="61615c"/>
                </a:solidFill>
                <a:effectLst/>
                <a:uFillTx/>
                <a:latin typeface="Tomorrow"/>
                <a:ea typeface="Tomorrow"/>
              </a:rPr>
              <a:t>Disponible en la esquina inferior derecha de la plataforma</a:t>
            </a:r>
            <a:endParaRPr b="0" lang="en-US" sz="950" strike="noStrike" u="none">
              <a:solidFill>
                <a:srgbClr val="000000"/>
              </a:solidFill>
              <a:effectLst/>
              <a:uFillTx/>
              <a:latin typeface="Arial"/>
            </a:endParaRPr>
          </a:p>
        </p:txBody>
      </p:sp>
      <p:sp>
        <p:nvSpPr>
          <p:cNvPr id="264" name="Text 16"/>
          <p:cNvSpPr/>
          <p:nvPr/>
        </p:nvSpPr>
        <p:spPr>
          <a:xfrm>
            <a:off x="759600" y="4847400"/>
            <a:ext cx="6258600" cy="20268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950" strike="noStrike" u="none">
                <a:solidFill>
                  <a:srgbClr val="61615c"/>
                </a:solidFill>
                <a:effectLst/>
                <a:uFillTx/>
                <a:latin typeface="Tomorrow"/>
                <a:ea typeface="Tomorrow"/>
              </a:rPr>
              <a:t>Respuesta inmediata durante horario laboral</a:t>
            </a:r>
            <a:endParaRPr b="0" lang="en-US" sz="950" strike="noStrike" u="none">
              <a:solidFill>
                <a:srgbClr val="000000"/>
              </a:solidFill>
              <a:effectLst/>
              <a:uFillTx/>
              <a:latin typeface="Arial"/>
            </a:endParaRPr>
          </a:p>
        </p:txBody>
      </p:sp>
      <p:sp>
        <p:nvSpPr>
          <p:cNvPr id="265" name="Shape 17"/>
          <p:cNvSpPr/>
          <p:nvPr/>
        </p:nvSpPr>
        <p:spPr>
          <a:xfrm>
            <a:off x="572040" y="5319000"/>
            <a:ext cx="6588000" cy="1127880"/>
          </a:xfrm>
          <a:prstGeom prst="roundRect">
            <a:avLst>
              <a:gd name="adj" fmla="val 6483"/>
            </a:avLst>
          </a:prstGeom>
          <a:solidFill>
            <a:srgbClr val="fcfcfc"/>
          </a:solidFill>
          <a:ln w="15240">
            <a:solidFill>
              <a:srgbClr val="d6d0d0"/>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6" name="Shape 18"/>
          <p:cNvSpPr/>
          <p:nvPr/>
        </p:nvSpPr>
        <p:spPr>
          <a:xfrm>
            <a:off x="556920" y="5319000"/>
            <a:ext cx="60480" cy="1127880"/>
          </a:xfrm>
          <a:prstGeom prst="roundRect">
            <a:avLst>
              <a:gd name="adj" fmla="val 31198"/>
            </a:avLst>
          </a:prstGeom>
          <a:solidFill>
            <a:srgbClr val="1d1d1b"/>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67" name="Text 19"/>
          <p:cNvSpPr/>
          <p:nvPr/>
        </p:nvSpPr>
        <p:spPr>
          <a:xfrm>
            <a:off x="759600" y="5460840"/>
            <a:ext cx="2175840" cy="19764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1200" strike="noStrike" u="none">
                <a:solidFill>
                  <a:srgbClr val="61615c"/>
                </a:solidFill>
                <a:effectLst/>
                <a:uFillTx/>
                <a:latin typeface="Tomorrow Semi Bold"/>
                <a:ea typeface="Tomorrow Semi Bold"/>
              </a:rPr>
              <a:t>Emergencias de Seguridad</a:t>
            </a:r>
            <a:endParaRPr b="0" lang="en-US" sz="1200" strike="noStrike" u="none">
              <a:solidFill>
                <a:srgbClr val="000000"/>
              </a:solidFill>
              <a:effectLst/>
              <a:uFillTx/>
              <a:latin typeface="Arial"/>
            </a:endParaRPr>
          </a:p>
        </p:txBody>
      </p:sp>
      <p:sp>
        <p:nvSpPr>
          <p:cNvPr id="268" name="Text 20"/>
          <p:cNvSpPr/>
          <p:nvPr/>
        </p:nvSpPr>
        <p:spPr>
          <a:xfrm>
            <a:off x="759600" y="5785560"/>
            <a:ext cx="6258600" cy="20268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950" strike="noStrike" u="sng">
                <a:solidFill>
                  <a:srgbClr val="1d1d1b"/>
                </a:solidFill>
                <a:effectLst/>
                <a:uFillTx/>
                <a:latin typeface="Tomorrow"/>
                <a:ea typeface="Tomorrow"/>
                <a:hlinkClick r:id="rId2"/>
              </a:rPr>
              <a:t>jjohanospitia@gmail.com</a:t>
            </a:r>
            <a:endParaRPr b="0" lang="en-US" sz="950" strike="noStrike" u="none">
              <a:solidFill>
                <a:srgbClr val="000000"/>
              </a:solidFill>
              <a:effectLst/>
              <a:uFillTx/>
              <a:latin typeface="Arial"/>
            </a:endParaRPr>
          </a:p>
        </p:txBody>
      </p:sp>
      <p:sp>
        <p:nvSpPr>
          <p:cNvPr id="269" name="Text 21"/>
          <p:cNvSpPr/>
          <p:nvPr/>
        </p:nvSpPr>
        <p:spPr>
          <a:xfrm>
            <a:off x="759600" y="6102360"/>
            <a:ext cx="6258600" cy="20268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950" strike="noStrike" u="none">
                <a:solidFill>
                  <a:srgbClr val="61615c"/>
                </a:solidFill>
                <a:effectLst/>
                <a:uFillTx/>
                <a:latin typeface="Tomorrow"/>
                <a:ea typeface="Tomorrow"/>
              </a:rPr>
              <a:t>Disponible 24/7 | Tel: +57 3223595445</a:t>
            </a:r>
            <a:endParaRPr b="0" lang="en-US" sz="950" strike="noStrike" u="none">
              <a:solidFill>
                <a:srgbClr val="000000"/>
              </a:solidFill>
              <a:effectLst/>
              <a:uFillTx/>
              <a:latin typeface="Arial"/>
            </a:endParaRPr>
          </a:p>
        </p:txBody>
      </p:sp>
      <p:sp>
        <p:nvSpPr>
          <p:cNvPr id="270" name="Text 22"/>
          <p:cNvSpPr/>
          <p:nvPr/>
        </p:nvSpPr>
        <p:spPr>
          <a:xfrm>
            <a:off x="7477560" y="1173600"/>
            <a:ext cx="2449080" cy="237240"/>
          </a:xfrm>
          <a:prstGeom prst="rect">
            <a:avLst/>
          </a:prstGeom>
          <a:noFill/>
          <a:ln w="0">
            <a:noFill/>
          </a:ln>
        </p:spPr>
        <p:style>
          <a:lnRef idx="0"/>
          <a:fillRef idx="0"/>
          <a:effectRef idx="0"/>
          <a:fontRef idx="minor"/>
        </p:style>
        <p:txBody>
          <a:bodyPr wrap="none" lIns="0" rIns="0" tIns="0" bIns="0" anchor="t">
            <a:noAutofit/>
          </a:bodyPr>
          <a:p>
            <a:pPr>
              <a:lnSpc>
                <a:spcPts val="1851"/>
              </a:lnSpc>
              <a:tabLst>
                <a:tab algn="l" pos="0"/>
              </a:tabLst>
            </a:pPr>
            <a:r>
              <a:rPr b="0" lang="en-US" sz="1450" strike="noStrike" u="none">
                <a:solidFill>
                  <a:srgbClr val="1d1d1b"/>
                </a:solidFill>
                <a:effectLst/>
                <a:uFillTx/>
                <a:latin typeface="Tomorrow Semi Bold"/>
                <a:ea typeface="Tomorrow Semi Bold"/>
              </a:rPr>
              <a:t>Lista de Verificación Final</a:t>
            </a:r>
            <a:endParaRPr b="0" lang="en-US" sz="1450" strike="noStrike" u="none">
              <a:solidFill>
                <a:srgbClr val="000000"/>
              </a:solidFill>
              <a:effectLst/>
              <a:uFillTx/>
              <a:latin typeface="Arial"/>
            </a:endParaRPr>
          </a:p>
        </p:txBody>
      </p:sp>
      <p:sp>
        <p:nvSpPr>
          <p:cNvPr id="271" name="Shape 23"/>
          <p:cNvSpPr/>
          <p:nvPr/>
        </p:nvSpPr>
        <p:spPr>
          <a:xfrm>
            <a:off x="7477560" y="1623240"/>
            <a:ext cx="63000" cy="63000"/>
          </a:xfrm>
          <a:prstGeom prst="roundRect">
            <a:avLst>
              <a:gd name="adj" fmla="val 721807"/>
            </a:avLst>
          </a:prstGeom>
          <a:solidFill>
            <a:srgbClr val="1d1d1b"/>
          </a:solidFill>
          <a:ln w="0">
            <a:noFill/>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272" name="Text 24"/>
          <p:cNvSpPr/>
          <p:nvPr/>
        </p:nvSpPr>
        <p:spPr>
          <a:xfrm>
            <a:off x="7667640" y="1553760"/>
            <a:ext cx="6397920" cy="20268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950" strike="noStrike" u="none">
                <a:solidFill>
                  <a:srgbClr val="61615c"/>
                </a:solidFill>
                <a:effectLst/>
                <a:uFillTx/>
                <a:latin typeface="Tomorrow"/>
                <a:ea typeface="Tomorrow"/>
              </a:rPr>
              <a:t>Información básica de la empresa completada y verificada</a:t>
            </a:r>
            <a:endParaRPr b="0" lang="en-US" sz="950" strike="noStrike" u="none">
              <a:solidFill>
                <a:srgbClr val="000000"/>
              </a:solidFill>
              <a:effectLst/>
              <a:uFillTx/>
              <a:latin typeface="Arial"/>
            </a:endParaRPr>
          </a:p>
        </p:txBody>
      </p:sp>
      <p:sp>
        <p:nvSpPr>
          <p:cNvPr id="273" name="Shape 25"/>
          <p:cNvSpPr/>
          <p:nvPr/>
        </p:nvSpPr>
        <p:spPr>
          <a:xfrm>
            <a:off x="7477560" y="2079720"/>
            <a:ext cx="63000" cy="63000"/>
          </a:xfrm>
          <a:prstGeom prst="roundRect">
            <a:avLst>
              <a:gd name="adj" fmla="val 721807"/>
            </a:avLst>
          </a:prstGeom>
          <a:solidFill>
            <a:srgbClr val="1d1d1b"/>
          </a:solidFill>
          <a:ln w="0">
            <a:noFill/>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274" name="Text 26"/>
          <p:cNvSpPr/>
          <p:nvPr/>
        </p:nvSpPr>
        <p:spPr>
          <a:xfrm>
            <a:off x="7667640" y="2010240"/>
            <a:ext cx="6397920" cy="20268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950" strike="noStrike" u="none">
                <a:solidFill>
                  <a:srgbClr val="61615c"/>
                </a:solidFill>
                <a:effectLst/>
                <a:uFillTx/>
                <a:latin typeface="Tomorrow"/>
                <a:ea typeface="Tomorrow"/>
              </a:rPr>
              <a:t>Logo corporativo cargado y visualizado correctamente</a:t>
            </a:r>
            <a:endParaRPr b="0" lang="en-US" sz="950" strike="noStrike" u="none">
              <a:solidFill>
                <a:srgbClr val="000000"/>
              </a:solidFill>
              <a:effectLst/>
              <a:uFillTx/>
              <a:latin typeface="Arial"/>
            </a:endParaRPr>
          </a:p>
        </p:txBody>
      </p:sp>
      <p:sp>
        <p:nvSpPr>
          <p:cNvPr id="275" name="Shape 27"/>
          <p:cNvSpPr/>
          <p:nvPr/>
        </p:nvSpPr>
        <p:spPr>
          <a:xfrm>
            <a:off x="7477560" y="2536200"/>
            <a:ext cx="63000" cy="63000"/>
          </a:xfrm>
          <a:prstGeom prst="roundRect">
            <a:avLst>
              <a:gd name="adj" fmla="val 721807"/>
            </a:avLst>
          </a:prstGeom>
          <a:solidFill>
            <a:srgbClr val="1d1d1b"/>
          </a:solidFill>
          <a:ln w="0">
            <a:noFill/>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276" name="Text 28"/>
          <p:cNvSpPr/>
          <p:nvPr/>
        </p:nvSpPr>
        <p:spPr>
          <a:xfrm>
            <a:off x="7667640" y="2466360"/>
            <a:ext cx="6397920" cy="20268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950" strike="noStrike" u="none">
                <a:solidFill>
                  <a:srgbClr val="61615c"/>
                </a:solidFill>
                <a:effectLst/>
                <a:uFillTx/>
                <a:latin typeface="Tomorrow"/>
                <a:ea typeface="Tomorrow"/>
              </a:rPr>
              <a:t>Color corporativo configurado y aplicado en la interfaz</a:t>
            </a:r>
            <a:endParaRPr b="0" lang="en-US" sz="950" strike="noStrike" u="none">
              <a:solidFill>
                <a:srgbClr val="000000"/>
              </a:solidFill>
              <a:effectLst/>
              <a:uFillTx/>
              <a:latin typeface="Arial"/>
            </a:endParaRPr>
          </a:p>
        </p:txBody>
      </p:sp>
      <p:sp>
        <p:nvSpPr>
          <p:cNvPr id="277" name="Shape 29"/>
          <p:cNvSpPr/>
          <p:nvPr/>
        </p:nvSpPr>
        <p:spPr>
          <a:xfrm>
            <a:off x="7477560" y="2992680"/>
            <a:ext cx="63000" cy="63000"/>
          </a:xfrm>
          <a:prstGeom prst="roundRect">
            <a:avLst>
              <a:gd name="adj" fmla="val 721807"/>
            </a:avLst>
          </a:prstGeom>
          <a:solidFill>
            <a:srgbClr val="1d1d1b"/>
          </a:solidFill>
          <a:ln w="0">
            <a:noFill/>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278" name="Text 30"/>
          <p:cNvSpPr/>
          <p:nvPr/>
        </p:nvSpPr>
        <p:spPr>
          <a:xfrm>
            <a:off x="7667640" y="2922840"/>
            <a:ext cx="6397920" cy="20268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950" strike="noStrike" u="none">
                <a:solidFill>
                  <a:srgbClr val="61615c"/>
                </a:solidFill>
                <a:effectLst/>
                <a:uFillTx/>
                <a:latin typeface="Tomorrow"/>
                <a:ea typeface="Tomorrow"/>
              </a:rPr>
              <a:t>Mínimo 3 roles creados (Administrador, Gerente, Usuario)</a:t>
            </a:r>
            <a:endParaRPr b="0" lang="en-US" sz="950" strike="noStrike" u="none">
              <a:solidFill>
                <a:srgbClr val="000000"/>
              </a:solidFill>
              <a:effectLst/>
              <a:uFillTx/>
              <a:latin typeface="Arial"/>
            </a:endParaRPr>
          </a:p>
        </p:txBody>
      </p:sp>
      <p:sp>
        <p:nvSpPr>
          <p:cNvPr id="279" name="Shape 31"/>
          <p:cNvSpPr/>
          <p:nvPr/>
        </p:nvSpPr>
        <p:spPr>
          <a:xfrm>
            <a:off x="7477560" y="3448800"/>
            <a:ext cx="63000" cy="63000"/>
          </a:xfrm>
          <a:prstGeom prst="roundRect">
            <a:avLst>
              <a:gd name="adj" fmla="val 721807"/>
            </a:avLst>
          </a:prstGeom>
          <a:solidFill>
            <a:srgbClr val="1d1d1b"/>
          </a:solidFill>
          <a:ln w="0">
            <a:noFill/>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280" name="Text 32"/>
          <p:cNvSpPr/>
          <p:nvPr/>
        </p:nvSpPr>
        <p:spPr>
          <a:xfrm>
            <a:off x="7667640" y="3379320"/>
            <a:ext cx="6397920" cy="20268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950" strike="noStrike" u="none">
                <a:solidFill>
                  <a:srgbClr val="61615c"/>
                </a:solidFill>
                <a:effectLst/>
                <a:uFillTx/>
                <a:latin typeface="Tomorrow"/>
                <a:ea typeface="Tomorrow"/>
              </a:rPr>
              <a:t>Primer usuario adicional creado y acceso verificado</a:t>
            </a:r>
            <a:endParaRPr b="0" lang="en-US" sz="950" strike="noStrike" u="none">
              <a:solidFill>
                <a:srgbClr val="000000"/>
              </a:solidFill>
              <a:effectLst/>
              <a:uFillTx/>
              <a:latin typeface="Arial"/>
            </a:endParaRPr>
          </a:p>
        </p:txBody>
      </p:sp>
      <p:sp>
        <p:nvSpPr>
          <p:cNvPr id="281" name="Shape 33"/>
          <p:cNvSpPr/>
          <p:nvPr/>
        </p:nvSpPr>
        <p:spPr>
          <a:xfrm>
            <a:off x="7477560" y="3905280"/>
            <a:ext cx="63000" cy="63000"/>
          </a:xfrm>
          <a:prstGeom prst="roundRect">
            <a:avLst>
              <a:gd name="adj" fmla="val 721807"/>
            </a:avLst>
          </a:prstGeom>
          <a:solidFill>
            <a:srgbClr val="1d1d1b"/>
          </a:solidFill>
          <a:ln w="0">
            <a:noFill/>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282" name="Text 34"/>
          <p:cNvSpPr/>
          <p:nvPr/>
        </p:nvSpPr>
        <p:spPr>
          <a:xfrm>
            <a:off x="7667640" y="3835440"/>
            <a:ext cx="6397920" cy="20268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950" strike="noStrike" u="none">
                <a:solidFill>
                  <a:srgbClr val="61615c"/>
                </a:solidFill>
                <a:effectLst/>
                <a:uFillTx/>
                <a:latin typeface="Tomorrow"/>
                <a:ea typeface="Tomorrow"/>
              </a:rPr>
              <a:t>Permisos probados y funcionando correctamente</a:t>
            </a:r>
            <a:endParaRPr b="0" lang="en-US" sz="950" strike="noStrike" u="none">
              <a:solidFill>
                <a:srgbClr val="000000"/>
              </a:solidFill>
              <a:effectLst/>
              <a:uFillTx/>
              <a:latin typeface="Arial"/>
            </a:endParaRPr>
          </a:p>
        </p:txBody>
      </p:sp>
      <p:sp>
        <p:nvSpPr>
          <p:cNvPr id="283" name="Shape 35"/>
          <p:cNvSpPr/>
          <p:nvPr/>
        </p:nvSpPr>
        <p:spPr>
          <a:xfrm>
            <a:off x="7477560" y="4361760"/>
            <a:ext cx="63000" cy="63000"/>
          </a:xfrm>
          <a:prstGeom prst="roundRect">
            <a:avLst>
              <a:gd name="adj" fmla="val 721807"/>
            </a:avLst>
          </a:prstGeom>
          <a:solidFill>
            <a:srgbClr val="1d1d1b"/>
          </a:solidFill>
          <a:ln w="0">
            <a:noFill/>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284" name="Text 36"/>
          <p:cNvSpPr/>
          <p:nvPr/>
        </p:nvSpPr>
        <p:spPr>
          <a:xfrm>
            <a:off x="7667640" y="4291920"/>
            <a:ext cx="6397920" cy="20268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950" strike="noStrike" u="none">
                <a:solidFill>
                  <a:srgbClr val="61615c"/>
                </a:solidFill>
                <a:effectLst/>
                <a:uFillTx/>
                <a:latin typeface="Tomorrow"/>
                <a:ea typeface="Tomorrow"/>
              </a:rPr>
              <a:t>Panel de auditoría explorado y comprendido</a:t>
            </a:r>
            <a:endParaRPr b="0" lang="en-US" sz="950" strike="noStrike" u="none">
              <a:solidFill>
                <a:srgbClr val="000000"/>
              </a:solidFill>
              <a:effectLst/>
              <a:uFillTx/>
              <a:latin typeface="Arial"/>
            </a:endParaRPr>
          </a:p>
        </p:txBody>
      </p:sp>
      <p:sp>
        <p:nvSpPr>
          <p:cNvPr id="285" name="Shape 37"/>
          <p:cNvSpPr/>
          <p:nvPr/>
        </p:nvSpPr>
        <p:spPr>
          <a:xfrm>
            <a:off x="7477560" y="4817880"/>
            <a:ext cx="63000" cy="63000"/>
          </a:xfrm>
          <a:prstGeom prst="roundRect">
            <a:avLst>
              <a:gd name="adj" fmla="val 721807"/>
            </a:avLst>
          </a:prstGeom>
          <a:solidFill>
            <a:srgbClr val="1d1d1b"/>
          </a:solidFill>
          <a:ln w="0">
            <a:noFill/>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286" name="Text 38"/>
          <p:cNvSpPr/>
          <p:nvPr/>
        </p:nvSpPr>
        <p:spPr>
          <a:xfrm>
            <a:off x="7667640" y="4748400"/>
            <a:ext cx="6397920" cy="20268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950" strike="noStrike" u="none">
                <a:solidFill>
                  <a:srgbClr val="61615c"/>
                </a:solidFill>
                <a:effectLst/>
                <a:uFillTx/>
                <a:latin typeface="Tomorrow"/>
                <a:ea typeface="Tomorrow"/>
              </a:rPr>
              <a:t>Datos de contacto de soporte guardados y accesibles</a:t>
            </a:r>
            <a:endParaRPr b="0" lang="en-US" sz="950" strike="noStrike" u="none">
              <a:solidFill>
                <a:srgbClr val="000000"/>
              </a:solidFill>
              <a:effectLst/>
              <a:uFillTx/>
              <a:latin typeface="Arial"/>
            </a:endParaRPr>
          </a:p>
        </p:txBody>
      </p:sp>
      <p:sp>
        <p:nvSpPr>
          <p:cNvPr id="287" name="Text 39"/>
          <p:cNvSpPr/>
          <p:nvPr/>
        </p:nvSpPr>
        <p:spPr>
          <a:xfrm>
            <a:off x="762120" y="6875280"/>
            <a:ext cx="13295880" cy="405360"/>
          </a:xfrm>
          <a:prstGeom prst="rect">
            <a:avLst/>
          </a:prstGeom>
          <a:noFill/>
          <a:ln w="0">
            <a:noFill/>
          </a:ln>
        </p:spPr>
        <p:style>
          <a:lnRef idx="0"/>
          <a:fillRef idx="0"/>
          <a:effectRef idx="0"/>
          <a:fontRef idx="minor"/>
        </p:style>
        <p:txBody>
          <a:bodyPr lIns="0" rIns="0" tIns="0" bIns="0" anchor="t">
            <a:noAutofit/>
          </a:bodyPr>
          <a:p>
            <a:pPr>
              <a:lnSpc>
                <a:spcPts val="1551"/>
              </a:lnSpc>
              <a:tabLst>
                <a:tab algn="l" pos="0"/>
              </a:tabLst>
            </a:pPr>
            <a:r>
              <a:rPr b="1" lang="en-US" sz="950" strike="noStrike" u="none">
                <a:solidFill>
                  <a:srgbClr val="61615c"/>
                </a:solidFill>
                <a:effectLst/>
                <a:uFillTx/>
                <a:latin typeface="Tomorrow"/>
                <a:ea typeface="Tomorrow"/>
              </a:rPr>
              <a:t>¡Felicitaciones por completar la configuración inicial!</a:t>
            </a:r>
            <a:r>
              <a:rPr b="0" lang="en-US" sz="950" strike="noStrike" u="none">
                <a:solidFill>
                  <a:srgbClr val="61615c"/>
                </a:solidFill>
                <a:effectLst/>
                <a:uFillTx/>
                <a:latin typeface="Tomorrow"/>
                <a:ea typeface="Tomorrow"/>
              </a:rPr>
              <a:t> Ahora está completamente preparado para agregar más usuarios de su equipo, explorar los módulos disponibles según su plan, y comenzar a gestionar eficientemente toda la información empresarial. Recuerde que nuestro equipo de soporte está siempre disponible para ayudarle en cada paso del camino.</a:t>
            </a:r>
            <a:endParaRPr b="0" lang="en-US" sz="950" strike="noStrike" u="none">
              <a:solidFill>
                <a:srgbClr val="000000"/>
              </a:solidFill>
              <a:effectLst/>
              <a:uFillTx/>
              <a:latin typeface="Arial"/>
            </a:endParaRPr>
          </a:p>
        </p:txBody>
      </p:sp>
      <p:sp>
        <p:nvSpPr>
          <p:cNvPr id="288" name="Shape 40"/>
          <p:cNvSpPr/>
          <p:nvPr/>
        </p:nvSpPr>
        <p:spPr>
          <a:xfrm>
            <a:off x="572040" y="6732360"/>
            <a:ext cx="14760" cy="690840"/>
          </a:xfrm>
          <a:prstGeom prst="rect">
            <a:avLst/>
          </a:prstGeom>
          <a:solidFill>
            <a:srgbClr val="1d1d1b"/>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89" name="Text 41"/>
          <p:cNvSpPr/>
          <p:nvPr/>
        </p:nvSpPr>
        <p:spPr>
          <a:xfrm>
            <a:off x="572040" y="7566120"/>
            <a:ext cx="13485960" cy="20268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0" lang="en-US" sz="950" strike="noStrike" u="none">
                <a:solidFill>
                  <a:srgbClr val="61615c"/>
                </a:solidFill>
                <a:effectLst/>
                <a:uFillTx/>
                <a:latin typeface="Tomorrow"/>
                <a:ea typeface="Tomorrow"/>
              </a:rPr>
              <a:t>Manual versión 1.0 - Última actualización: Enero 2026 | Este documento es confidencial y de uso exclusivo para administradores autorizados.</a:t>
            </a:r>
            <a:endParaRPr b="0" lang="en-US" sz="950" strike="noStrike" u="none">
              <a:solidFill>
                <a:srgbClr val="000000"/>
              </a:solidFill>
              <a:effectLst/>
              <a:uFillTx/>
              <a:latin typeface="Arial"/>
            </a:endParaRPr>
          </a:p>
        </p:txBody>
      </p:sp>
      <p:pic>
        <p:nvPicPr>
          <p:cNvPr id="290" name="" descr=""/>
          <p:cNvPicPr/>
          <p:nvPr/>
        </p:nvPicPr>
        <p:blipFill>
          <a:blip r:embed="rId3"/>
          <a:stretch/>
        </p:blipFill>
        <p:spPr>
          <a:xfrm>
            <a:off x="12801600" y="7783200"/>
            <a:ext cx="1828800" cy="35208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TotalTime>
  <Application>LibreOffice/25.8.3.2$Windows_X86_64 LibreOffice_project/8ca8d55c161d602844f5428fa4b58097424e324e</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2026-01-01T18:03:43Z</dcterms:created>
  <dc:creator/>
  <dc:description/>
  <dc:language>en-US</dc:language>
  <cp:lastModifiedBy/>
  <cp:lastPrinted>2026-01-01T13:05:31Z</cp:lastPrinted>
  <dcterms:modified xsi:type="dcterms:W3CDTF">2026-01-01T13:06:01Z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